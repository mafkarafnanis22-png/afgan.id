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474720" cy="347472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spc="300" kern="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9144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itu Request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Response?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sisi komunikasi antara client dan server dalam API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Sisi Komunikasi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kali client menghubungi server, selalu ada permintaan dan jawaban.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377440" cy="2377440"/>
          </a:xfrm>
          <a:prstGeom prst="roundRect">
            <a:avLst>
              <a:gd name="adj" fmla="val 5385"/>
            </a:avLst>
          </a:prstGeom>
          <a:solidFill>
            <a:srgbClr val="0B3D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Aplikasi, browser,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Postman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52560" y="2103120"/>
            <a:ext cx="2377440" cy="2377440"/>
          </a:xfrm>
          <a:prstGeom prst="roundRect">
            <a:avLst>
              <a:gd name="adj" fmla="val 5385"/>
            </a:avLst>
          </a:prstGeom>
          <a:solidFill>
            <a:srgbClr val="0B3D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52560" y="2331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30175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Memproses dan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08960" y="2651760"/>
            <a:ext cx="585216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214884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023360" y="2148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— GET /users/5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3931920"/>
            <a:ext cx="-58521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23360" y="41605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02336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D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— 200 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</a:t>
            </a:r>
            <a:pPr algn="ctr" indent="0" marL="0"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permintaan dari client ke server.   </a:t>
            </a:r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</a:t>
            </a:r>
            <a:pPr algn="ctr" indent="0" marL="0"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jawaban dari server ke client.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Request &amp; Response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Bagian-Bagian Request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F1FAF9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276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5681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aksi yang diminta, misalnya GET, POST, PUT, DELETE.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F1FAF9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67919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/ Endpoint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00837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Alamat tujuan di server, misalnya /users/5.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F1FA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730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05993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tambahan, misalnya Content-Type atau token autentikasi.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6400800" cy="868680"/>
          </a:xfrm>
          <a:prstGeom prst="roundRect">
            <a:avLst>
              <a:gd name="adj" fmla="val 10526"/>
            </a:avLst>
          </a:prstGeom>
          <a:solidFill>
            <a:srgbClr val="F1FAF9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78231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(opsional)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1114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dikirim, biasa dipakai pada POST atau PUT.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0" y="15544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0B3D3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Body Request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22402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"nama": "Budi",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"budi@contoh.com"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3794760"/>
            <a:ext cx="3749040" cy="0"/>
          </a:xfrm>
          <a:prstGeom prst="line">
            <a:avLst/>
          </a:prstGeom>
          <a:noFill/>
          <a:ln w="12700">
            <a:solidFill>
              <a:srgbClr val="1E5C5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89520" y="3931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umum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4251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Request &amp; Response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Bagian-Bagian Response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1FAF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7373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Berhasil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1FAF9"/>
          </a:solidFill>
          <a:ln/>
        </p:spPr>
      </p:sp>
      <p:sp>
        <p:nvSpPr>
          <p:cNvPr id="8" name="Shape 6"/>
          <p:cNvSpPr/>
          <p:nvPr/>
        </p:nvSpPr>
        <p:spPr>
          <a:xfrm>
            <a:off x="3566160" y="17373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baru dibuat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1FA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7373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D983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ditemukan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1FAF9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5440" y="17373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C144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Server Error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2860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 server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5577840" cy="2514600"/>
          </a:xfrm>
          <a:prstGeom prst="roundRect">
            <a:avLst>
              <a:gd name="adj" fmla="val 4364"/>
            </a:avLst>
          </a:prstGeom>
          <a:solidFill>
            <a:srgbClr val="F1FA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4747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info tambahan tentang response.
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isi data yang dikembalikan server.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55080" y="324612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0B3D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34290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Body Response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38404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5,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"nama": "Budi",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"budi@contoh.com"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B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Request &amp; Response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Analogi: Memesan di Restoran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120640" cy="3931920"/>
          </a:xfrm>
          <a:prstGeom prst="roundRect">
            <a:avLst>
              <a:gd name="adj" fmla="val 3256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965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0604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memberi tahu pelayan pesananmu: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“Saya mau nasi goreng.”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seperti client mengirim request ke server.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5040" y="1737360"/>
            <a:ext cx="5120640" cy="3931920"/>
          </a:xfrm>
          <a:prstGeom prst="roundRect">
            <a:avLst>
              <a:gd name="adj" fmla="val 3256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309360" y="1965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60604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Pelayan membawakan makananmu,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bilang: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“Maaf, stoknya habis.”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0B3D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seperti server mengirim response kembali ke client.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— Request &amp; Response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2026-09-16T00:43:38Z</dcterms:created>
  <dcterms:modified xsi:type="dcterms:W3CDTF">2026-09-16T00:43:38Z</dcterms:modified>
</cp:coreProperties>
</file>