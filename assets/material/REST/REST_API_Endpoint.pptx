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3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144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Endpoint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dalam REST API?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“alamat” yang menghubungkan aplikasi dengan data di server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Definisi Endpoint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F1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adalah URL spesifik yang digunakan untuk mengakses suatu resource atau fungsi tertentu di server.
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menunjukkan “alamat” tempat client (aplikasi atau browser) mengirim request untuk melakukan operasi terhadap data.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80960" y="15544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41080" y="2514600"/>
            <a:ext cx="0" cy="82296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43800" y="33832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41080" y="4343400"/>
            <a:ext cx="0" cy="82296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80960" y="52120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2120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Endpoint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Sederhana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URL: https://api.contoh.com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6400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Mengambil daftar semua pengguna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/users/5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Mengambil detail pengguna ID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pengguna baru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/users/5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Memperbarui data pengguna ID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/users/5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Menghapus pengguna ID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Endpoint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Bagian-Bagian Penting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1FAF9"/>
          </a:solidFill>
          <a:ln/>
          <a:effectLst>
            <a:outerShdw sx="100000" sy="100000" kx="0" ky="0" algn="bl" rotWithShape="0" blurRad="76200" dist="25400" dir="5400000">
              <a:srgbClr val="1B2B2C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DELETE, PATCH — menentukan jenis operasi (baca, buat, ubah, hapus).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1FAF9"/>
          </a:solidFill>
          <a:ln/>
          <a:effectLst>
            <a:outerShdw sx="100000" sy="100000" kx="0" ky="0" algn="bl" rotWithShape="0" blurRad="76200" dist="25400" dir="5400000">
              <a:srgbClr val="1B2B2C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/ URL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004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yang menunjukkan resource mana yang dituju, misalnya /users atau /products/10.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1FAF9"/>
          </a:solidFill>
          <a:ln/>
          <a:effectLst>
            <a:outerShdw sx="100000" sy="100000" kx="0" ky="0" algn="bl" rotWithShape="0" blurRad="76200" dist="25400" dir="5400000">
              <a:srgbClr val="1B2B2C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410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URL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20040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dasar dari server API, misalnya https://api.contoh.com.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B3D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path, contoh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Endpoint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Analogi: Gedung Kantor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80960" y="1554480"/>
            <a:ext cx="3291840" cy="4389120"/>
          </a:xfrm>
          <a:prstGeom prst="rect">
            <a:avLst/>
          </a:prstGeom>
          <a:solidFill>
            <a:srgbClr val="0F4C4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0" y="164592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0" y="164592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0" y="164592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384048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38404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18320" y="384048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0" y="384048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737360"/>
            <a:ext cx="6675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alamat gedungnya.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pintu/ruangan spesifik di dalam gedung itu.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ruangan (endpoint) punya fungsinya sendiri — ruangan untuk data pengguna, ruangan untuk produk, dan seterusnya.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Endpoint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2026-09-16T00:34:45Z</dcterms:created>
  <dcterms:modified xsi:type="dcterms:W3CDTF">2026-09-16T00:34:45Z</dcterms:modified>
</cp:coreProperties>
</file>