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3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144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JSON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REST API?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data dan gaya komunikasi di balik API modern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JSON?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0" cy="4160520"/>
          </a:xfrm>
          <a:prstGeom prst="roundRect">
            <a:avLst>
              <a:gd name="adj" fmla="val 2637"/>
            </a:avLst>
          </a:prstGeom>
          <a:solidFill>
            <a:srgbClr val="F1FA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5074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adalah format teks sederhana untuk menyimpan dan menukar data.
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dibaca manusia, sekaligus mudah diproses komputer — sehingga jadi format paling umum untuk request dan response di API.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92240" y="141732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0B3D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JSON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1031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"nama": "Budi",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"umur": 25,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"hobi": ["membaca", "coding"],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"aktif": true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REST API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Ciri-Ciri JSON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Key-Value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ditulis dalam pasangan key-value, contoh "nama": "Budi".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8" name="Shape 6"/>
          <p:cNvSpPr/>
          <p:nvPr/>
        </p:nvSpPr>
        <p:spPr>
          <a:xfrm>
            <a:off x="361188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Tipe 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1546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berisi teks, angka, boolean (true/false), array, object bersarang, atau null.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{ }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1546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Kurung kurawal digunakan untuk membungkus satu object data.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116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8116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[ 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1546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Kurung siku digunakan untuk membungkus daftar/list data.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REST API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REST API?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(Representational State Transfer) adalah gaya desain untuk membangun API agar client dan server bisa berkomunikasi secara konsisten lewat HTTP.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Berbasis Resource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data (users, products) punya endpoint sendiri, misalnya /users.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 Standar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PUT/PATCH, DELETE untuk ambil, buat, ubah, hapus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request berdiri sendiri; server tidak mengingat request sebelumnya.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1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Data JSON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5661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request/response umumnya ditulis dalam format JSON.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REST API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Hubungan Keduanya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</a:t>
            </a:r>
            <a:pPr indent="0" marL="0">
              <a:buNone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aturan komunikasinya (endpoint, method).   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</a:t>
            </a:r>
            <a:pPr indent="0" marL="0">
              <a:buNone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format datanya (isi request/response).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92240" cy="4251960"/>
          </a:xfrm>
          <a:prstGeom prst="roundRect">
            <a:avLst>
              <a:gd name="adj" fmla="val 3011"/>
            </a:avLst>
          </a:prstGeom>
          <a:solidFill>
            <a:srgbClr val="0F4C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37360" y="228600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FD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"nama": "Budi",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"budi@contoh.com"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22860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/users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bagian REST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448056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4480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{ ... 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adalah bagian JSON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REST API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2026-09-16T01:10:01Z</dcterms:created>
  <dcterms:modified xsi:type="dcterms:W3CDTF">2026-09-16T01:10:01Z</dcterms:modified>
</cp:coreProperties>
</file>