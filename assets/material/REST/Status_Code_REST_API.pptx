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REST API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Memahami kode respons HTTP agar aplikasi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menangani request dengan benar.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• HTTP Status Code • Mudah Dipahami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Status Code?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dalam REST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adalah kode angka 3 digit yang dikirim server dalam HTTP Response.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Kodenya memberitahu client apakah request berhasil, gagal, atau butuh tindakan lanjutan.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penting di REST API?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200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yang tepat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Tampilkan sukses atau error dengan jelas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0632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3200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aplikasi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Arahkan user ke login, retry, atau halaman lain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30632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3200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Mudah menemukan masalah saat development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Kategori Status 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dalam REST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161288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161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1399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sedang diproses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Jarang dipakai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76479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874520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29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2112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berhasil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1947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Paling sering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47802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587752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6426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2825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dipindahkan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660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19125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300984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3558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3282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Error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28800" y="35387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dari client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374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Perbaiki request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90448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4014216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069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828800" y="3995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Error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828800" y="4251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di server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4087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server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2xx — Success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dalam REST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berhasil diproses oleh server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Berhasil. Digunakan untuk GET, PUT, PATCH.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/users/1 → data user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2807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3081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baru berhasil dibuat (biasanya POST).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/users → user baru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Berhasil, tapi tidak ada data yang dikembalikan.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/users/1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4xx — Client Error (1)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dalam REST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berasal dari sisi client (request salah / tidak valid)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7452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Request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yang dikirim tidak valid atau format salah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login / token tidak ada atau expired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7452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Forbidden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Sudah login, tapi tidak punya izin akses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yang diminta tidak ditemukan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4xx — Client Error (2)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dalam REST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71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0" y="1325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bentrok (contoh: email sudah terdaftar)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11680" y="2468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Unprocessable Entity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28346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gagal (sering di framework modern)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011680" y="3611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Requests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11680" y="39776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Terlalu banyak request (rate limiting)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 — Server Error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dalam REST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terjadi di sisi server. Client tidak bisa memperbaiki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74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Server Error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011680" y="21671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tak terduga di server (bug, crash, dll.)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11680" y="2788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Gateway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011680" y="31272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gateway / proxy bermasalah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94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011680" y="3749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Unavailable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011680" y="40873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sedang down, maintenance, atau overload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di REST API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dalam REST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88920" cy="3474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78892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/api/users/123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ditemukan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tidak ada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788920" cy="3474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97280"/>
            <a:ext cx="278892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188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berhasil dibuat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tidak lengkap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sudah dipakai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788920" cy="3474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97280"/>
            <a:ext cx="278892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188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5508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/api/users/123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2376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Berhasil dihapus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tidak ditemukan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dalam REST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24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051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= bahasa server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3258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server memberitahu hasil request ke client.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379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1764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kode yang tepat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0391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200/201 untuk sukses, 4xx untuk error client, 5xx untuk server.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511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4780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2xx = berhasil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7523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OK, 201 Created, 204 No Content.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91256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64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1912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4xx = kesalahan client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4655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400, 401, 403, 404, 409, 422, 429.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04488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9044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 = kesalahan server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1788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 502, 503 — client tidak bisa memperbaiki.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Sekarang Anda sudah paham Status Code di REST API.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Ingat: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2xx = Sukses  •  4xx = Error Client  •  5xx = Error Server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Code dalam REST API</dc:title>
  <dc:subject>Memahami HTTP Status Code di REST API</dc:subject>
  <dc:creator>Penjelasan REST API</dc:creator>
  <cp:lastModifiedBy>Penjelasan REST API</cp:lastModifiedBy>
  <cp:revision>1</cp:revision>
  <dcterms:created xsi:type="dcterms:W3CDTF">2026-09-16T00:53:13Z</dcterms:created>
  <dcterms:modified xsi:type="dcterms:W3CDTF">2026-09-16T00:53:13Z</dcterms:modified>
</cp:coreProperties>
</file>