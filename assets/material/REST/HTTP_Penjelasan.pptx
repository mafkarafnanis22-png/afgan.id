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HyperText Transfer Protocol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Protokol dasar yang membuat website bisa diakses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seluruh dunia.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Pengenalan • Mudah Dipahami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HTTP?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— HyperText Transfer Protocol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28016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adalah protokol (aturan komunikasi) yang digunakan untuk mentransfer data di World Wide Web.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27432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26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(Browser)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008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Mengirim permintaan data ke server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291840" y="27432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9260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472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47472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Menerima request &amp; mengirim respons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26480" y="27432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0936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Protokol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30936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baku agar keduanya saling mengerti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Kerja HTTP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— HyperText Transfer Protocol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Request–Response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8745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/ Aplikasi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mengirim permintaan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10896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017520" y="2834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931920" y="164592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7452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6908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069080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Memproses &amp; menyiapkan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yang diminta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58368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6492240" y="2834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315200" y="1645920"/>
            <a:ext cx="1417320" cy="2194560"/>
          </a:xfrm>
          <a:prstGeom prst="roundRect">
            <a:avLst>
              <a:gd name="adj" fmla="val 7742"/>
            </a:avLst>
          </a:prstGeom>
          <a:solidFill>
            <a:srgbClr val="D1FAE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1031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06640" y="27432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Browser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23" name="Text 18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Contoh: Ketik google.com → Browser kirim GET request → Server Google balas dengan HTML halaman.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Request &amp; Response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— HyperText Transfer Protocol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690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406908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70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REQUEST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993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GET, POST, PUT, DELETE...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4231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/ Path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6791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Alamat sumber daya yang diminta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3649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tambahan (browser, bahasa, cookie)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7947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40507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yang dikirim (login, form, upload)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097280"/>
            <a:ext cx="40690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097280"/>
            <a:ext cx="406908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170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RESPONSE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1993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OK, 404 Not Found, 500 Error...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4231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26791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Tipe konten, cache, cookies, dll.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1089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3649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halaman HTML, JSON, gambar, dll.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7947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Line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40507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 HTTP + kode + pesan status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Methods (Metode)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— HyperText Transfer Protocol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269748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Mengambil data dari server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43000"/>
            <a:ext cx="269748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463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Mengirim data baru ke server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43000"/>
            <a:ext cx="269748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463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Memperbarui data secara penuh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269748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54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Menghapus data di server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91840" y="283464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2834640"/>
            <a:ext cx="269748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3154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474720" y="3657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Memperbarui sebagian data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26480" y="283464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834640"/>
            <a:ext cx="269748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154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09360" y="3657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Seperti GET, tapi tanpa body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Codes yang Umum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— HyperText Transfer Protocol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173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Berhasil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14173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97480" y="1874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 permanen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4173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92040" y="1874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Request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salah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118872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86600" y="14173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86600" y="1874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login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88036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108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02920" y="3566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Forbidden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diizinkan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0" y="288036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697480" y="3108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697480" y="3566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Found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9748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tidak ada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288036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3108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892040" y="3566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Error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9204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di server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49440" y="288036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086600" y="3108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503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086600" y="3566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Unavailable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8660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sibuk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Evolusi Versi HTTP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— HyperText Transfer Protocol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600200"/>
            <a:ext cx="73152" cy="54864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HTTP/1.0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08960" y="1097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0" y="1097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Dasar. Setiap request buka koneksi baru.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14884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" y="2468880"/>
            <a:ext cx="73152" cy="54864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HTTP/1.1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0896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97680" y="1965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Keep-alive. Satu koneksi bisa dipakai berulang.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Masih banyak dipakai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1752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3337560"/>
            <a:ext cx="73152" cy="54864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0896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97680" y="2834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Multiplexing, binary, lebih cepat &amp; efisien.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89520" y="2926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 modern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88620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10896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97680" y="3703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Menggunakan QUIC (UDP). Lebih cepat di jaringan buruk.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89520" y="3794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Terkini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vs HTTPS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— HyperText Transfer Protocol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4023360" cy="109728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4630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864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terenkripsi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Data dikirim sebagai teks biasa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3364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Mudah disadap oleh pihak ketiga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37124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Tidak ada gembok di browser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40599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Tidak direkomendasikan untuk data sensitif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114300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1143000"/>
            <a:ext cx="4023360" cy="109728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6304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937760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493776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Terenkripsi (TLS/SSL)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07492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Data dienkripsi end-to-end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074920" y="3364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Aman dari penyadapan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074920" y="37124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Ada gembok di address bar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074920" y="40599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Wajib untuk login, pembayaran, data pribadi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— HyperText Transfer Protocol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704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097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adalah protokol web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3716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komunikasi antara browser dan server.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562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Bekerja dengan Request–Response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0574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meminta, server menjawab.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420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2468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Memiliki method &amp; status code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27432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GET/POST/PUT/DELETE dan kode 200/404/500.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27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3154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Terus berkembang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4290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HTTP/1.0 hingga HTTP/3 yang lebih cepat.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136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3840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HTTPS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41148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Selalu pilih koneksi terenkripsi untuk keamanan.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Kasih!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Sekarang Anda sudah memahami dasar-dasar HTTP.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91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= bahasa komunikasi internet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= HTTP + keamanan enkripsi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 itu HTTP?</dc:title>
  <dc:subject>Pengenalan HyperText Transfer Protocol</dc:subject>
  <dc:creator>Penjelasan HTTP</dc:creator>
  <cp:lastModifiedBy>Penjelasan HTTP</cp:lastModifiedBy>
  <cp:revision>1</cp:revision>
  <dcterms:created xsi:type="dcterms:W3CDTF">2026-09-16T00:17:50Z</dcterms:created>
  <dcterms:modified xsi:type="dcterms:W3CDTF">2026-09-16T00:17:50Z</dcterms:modified>
</cp:coreProperties>
</file>