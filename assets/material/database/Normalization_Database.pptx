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Normalisasi Database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 1NF, 2NF, 3NF + contoh mudah dipahami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• phpMyAdmin • Backend Web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Normalization?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= cara merancang tabel database supaya data rapi, tidak berulang, dan mudah dirawat.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 memecah tabel besar menjadi tabel-tabel kecil yang saling berhubungan (relasi), supaya data yang sama hanya ditulis sekali.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Kurangi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Duplikasi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tidak ditulis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berulang-ulang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25603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Jaga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Konsistensi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9748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tetap sama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semua tempat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5603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Cukup ubah di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tempat saja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25603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Hindari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error saat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tambah/ubah/hapus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Jika Tidak Dinormalisasi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1 tabel besar (buruk):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463040"/>
                <a:gridCol w="1280160"/>
                <a:gridCol w="146304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jurusan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guru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RPL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 Andi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Pemrograman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RPL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 Sari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RPL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 Andi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Pemrograman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8803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Duplikat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Budi &amp; kelas diulang berkali-kali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8803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Anomaly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Ubah kelas Budi → harus ubah banyak baris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7033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Anomaly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Hapus semua mapel → data siswa ikut hilang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37033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Anomaly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3776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Susah tambah guru tanpa ada siswa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Tingkat Normalization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0972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Normal 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kolom hanya berisi 1 nilai (atomic)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96596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1920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Normal Form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11680" y="2240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Sudah 1NF + tidak ada partial dependency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834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Normal Form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11680" y="3108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Sudah 2NF + tidak ada transitive dependency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70332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BCNF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11680" y="3657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Boyce-Codd NF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01168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 lebih ketat dari 3NF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1NF — First Normal 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Aturan: Setiap kolom hanya boleh berisi 1 nilai (atomic). Tidak boleh ada list/array di 1 cell.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Belum 1NF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3931920" cy="118872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201168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hobi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Bola, Renang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Membaca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Sudah 1NF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920240"/>
          <a:ext cx="3931920" cy="146304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hobi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Membaca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Istilah: Atomic = nilai terkecil yang tidak bisa dipecah lagi.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Solusi: Pecah baris, jangan taruh banyak nilai dalam 1 kolom.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2NF — Second Normal 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Aturan: Sudah 1NF + semua kolom non-key harus bergantung penuh ke Primary Key (bukan hanya sebagian).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Belum 2NF (ada Partial Dependency)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105156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828800"/>
                <a:gridCol w="2011680"/>
                <a:gridCol w="1645920"/>
              </a:tblGrid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kode_mapel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nama_siswa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nama_mapel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Matematika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Indonesia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Masalah: nama_siswa hanya bergantung ke nis (sebagian key), bukan ke kombinasi nis+kode_mapel.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Solusi: Pisah menjadi beberapa tabel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siswa (nis, nama_siswa)   |   mapel (kode_mapel, nama_mapel)   |   nilai (nis, kode_mapel, nilai)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Istilah: Partial Dependency = kolom hanya bergantung ke sebagian Primary Key.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— Third Normal 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Aturan: Sudah 2NF + tidak ada Transitive Dependency (kolom non-key tidak boleh bergantung ke kolom non-key lain).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Belum 3NF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105156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645920"/>
                <a:gridCol w="1828800"/>
                <a:gridCol w="2194560"/>
              </a:tblGrid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kode_kelas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nama_kelas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jurusan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12RPL1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RPL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12RPL1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RPL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Masalah: jurusan bergantung ke kode_kelas (bukan langsung ke nis). Ini Transitive Dependency.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Solusi: Pisah tabel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siswa (nis, nama, kode_kelas)   |   kelas (kode_kelas, nama_kelas, jurusan_id)   |   jurusan (id, nama_jurusan)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Istilah: Transitive Dependency = A → B → C (C bergantung ke B, B bergantung ke A).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BCNF — Boyce-Codd Normal 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BCNF adalah versi lebih ketat dari 3NF.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Aturan: Setiap Determinant harus menjadi Candidate Key.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(Lebih jarang dibutuhkan di aplikasi biasa).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perlu BCNF?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Ada lebih dari satu Candidate Key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Ada overlapping candidate keys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Kasus khusus yang 3NF belum cukup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Lengkap: Database Sekolah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dinormalisasi sampai 3NF: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siswa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(PK)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kelas_id (FK)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143000"/>
            <a:ext cx="27432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nama_kelas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jurusan_id (FK)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143000"/>
            <a:ext cx="27432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jurusan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nama_jurusan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88920"/>
            <a:ext cx="27432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37560" y="27889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2788920"/>
            <a:ext cx="27432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nama_mapel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27889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2788920"/>
            <a:ext cx="27432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guru_mapel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guru_id (FK)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mapel_id (FK)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Istilah-Istilah Penting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68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terkecil, tidak bisa dipecah lagi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(PK)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identitas unik di tabel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40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 (FK)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487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penghubung ke tabel lain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1729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Ketergantungan antar kolom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611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Dependency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8587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Bergantung hanya ke sebagian key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868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Transitive Dependency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1115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Bergantung lewat kolom perantara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5087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saat insert/update/delete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1945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240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2487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yang berulang / duplikat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Key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1729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yang bisa jadi Primary Key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5661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611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38587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yang menentukan nilai kolom lain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Normalization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0058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harus atomic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nilai per cell)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8686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0058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Partial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074920" y="10058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Transitive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8686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7223760" y="10058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BCNF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ketat dari 3NF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(kasus khusus)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Praktis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Untuk kebanyakan aplikasi web → sampai 3NF sudah cukup bagus.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Normalization membuat data rapi, tapi query bisa butuh lebih banyak JOIN.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Kadang kita sengaja denormalisasi (melanggar) demi kecepatan query.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Kunci utama: data yang sama cukup ditulis di satu tempat saja.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Normalization Database</dc:title>
  <dc:subject>Penjelasan Normalisasi Database untuk Pemula</dc:subject>
  <dc:creator>Belajar Database</dc:creator>
  <cp:lastModifiedBy>Belajar Database</cp:lastModifiedBy>
  <cp:revision>1</cp:revision>
  <dcterms:created xsi:type="dcterms:W3CDTF">2026-09-10T03:39:49Z</dcterms:created>
  <dcterms:modified xsi:type="dcterms:W3CDTF">2026-09-10T03:39:49Z</dcterms:modified>
</cp:coreProperties>
</file>