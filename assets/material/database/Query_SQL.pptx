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MACAM-MACAM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SQL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 lengkap + istilah penting untuk pemula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• phpMyAdmin • Backend Web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Database • Query SQL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Query?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= Perintah / pertanyaan yang kita kirim ke database.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seperti gudang data. Query adalah perintah yang kamu berikan ke penjaga gudang untuk mengambil, menambah, mengubah, atau menghapus data.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mana Query ditulis?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971800"/>
            <a:ext cx="109728" cy="1463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phpMyAdmin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SQL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(Paling mudah)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29718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2971800"/>
            <a:ext cx="109728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dalam kode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(PHP)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29718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2971800"/>
            <a:ext cx="109728" cy="1463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line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(Opsional)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Database • Query SQL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— 4 Operasi Dasar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adalah istilah wajib yang harus diingat setiap programmer.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3898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3898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0" y="13898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13898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Menambah data baru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2128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22128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0400" y="22128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2212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Mengambil / membaca data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03580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30358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00400" y="30358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2080" y="30358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Mengubah data yang ada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85876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80160" y="38587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200400" y="38587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12080" y="38587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Menghapus data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Database • Query SQL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SELECT — Mengambil Data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 penting: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Memilih kolom yang ingin ditampilkan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tabel mana data diambil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Syarat / filter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2024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Memberi nama alias (nama sementara)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03520" y="91440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1051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Query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15087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nis, nama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siswa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kelas_id = 1;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30175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Artinya: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Ambil kolom nis &amp; nama dari tabel siswa, hanya yang kelas_id-nya 1.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Database • Query SQL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INSERT — Menambah Data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D1FAE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Istilah: INSERT INTO = masukkan ke tabel  |  VALUES = nilai yang dimasukkan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Dipakai saat ada data baru yang ingin disimpan ke database (misal: daftar siswa baru).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14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siswa (nis, nama, kelas_id)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('2024004', 'Dedi', 2);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Artinya: Tambahkan siswa baru NIS 2024004, nama Dedi, kelas_id 2.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Database • Query SQL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UPDATE — Mengubah Data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 penting: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 = ubah tabel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    = tentukan kolom yang diubah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  = syarat data mana yang diubah  ← SANGAT PENTING!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siswa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nama = 'Budi Santoso'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nis = '2024001';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WHERE → semua data bisa berubah!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Database • Query SQL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DELETE — Menghapus Data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Istilah: DELETE FROM = hapus dari tabel  |  WHERE = syarat data yang dihapus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PERINGATAN: Kalau lupa pakai WHERE, SEMUA data di tabel bisa terhapus!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68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yang aman: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siswa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nis = '2024003';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Artinya: Hapus hanya siswa yang NIS-nya 2024003.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Database • Query SQL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Lain yang Sering Dipakai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Menggabungkan data dari beberapa tabel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005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JOIN / LEFT JOIN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Mengurutkan hasil (A-Z atau Z-A)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 / DESC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2377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Membatasi jumlah data yang muncul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10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43200" y="3063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Mengelompokkan data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Sering + COUNT / SUM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49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743200" y="3749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Menghilangkan data yang duplikat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3749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DISTINCT ...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Database • Query SQL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Istilah-Istilah Penting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Perintah yang dikirim ke database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167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Create, Read, Update, Delete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Kolom identitas unik (misal: id, nis)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904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Kolom penghubung ke tabel lain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9144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Menggabungkan beberapa tabel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7830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2167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/ syarat data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265176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Alias (AS)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 sementara untuk kolom/tabel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35204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3904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Bagian dalam query (WHERE, ORDER BY, dll)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Database • Query SQL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Perintah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960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Fungsi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960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Tambah data baru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Ambil / baca data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Ubah data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Hapus data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017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Gabungkan tabel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Relasi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429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74320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Urutkan hasil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1792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Sorting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74320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Batasi jumlah data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1792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Pembatas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Macam-Macam Query SQL</dc:title>
  <dc:subject>Penjelasan Query SQL untuk Pemula</dc:subject>
  <dc:creator>Belajar Database</dc:creator>
  <cp:lastModifiedBy>Belajar Database</cp:lastModifiedBy>
  <cp:revision>1</cp:revision>
  <dcterms:created xsi:type="dcterms:W3CDTF">2026-09-10T03:02:03Z</dcterms:created>
  <dcterms:modified xsi:type="dcterms:W3CDTF">2026-09-10T03:02:03Z</dcterms:modified>
</cp:coreProperties>
</file>