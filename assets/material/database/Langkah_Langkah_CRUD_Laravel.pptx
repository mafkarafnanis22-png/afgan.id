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PRAKTIS • LARAVEL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78308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CRUD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Laravel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3703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demi langkah, dari migration sampai tampilan siap pakai.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4343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DATA MAHASISWA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" y="480060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27272C"/>
          </a:solidFill>
          <a:ln w="12700">
            <a:solidFill>
              <a:srgbClr val="FF2D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4800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480060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27272C"/>
          </a:solidFill>
          <a:ln w="12700">
            <a:solidFill>
              <a:srgbClr val="FF2D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4800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84448" y="480060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27272C"/>
          </a:solidFill>
          <a:ln w="12700">
            <a:solidFill>
              <a:srgbClr val="FF2D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448" y="4800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65776" y="4800600"/>
            <a:ext cx="1298448" cy="457200"/>
          </a:xfrm>
          <a:prstGeom prst="roundRect">
            <a:avLst>
              <a:gd name="adj" fmla="val 50000"/>
            </a:avLst>
          </a:prstGeom>
          <a:solidFill>
            <a:srgbClr val="27272C"/>
          </a:solidFill>
          <a:ln w="12700">
            <a:solidFill>
              <a:srgbClr val="FF2D2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65776" y="480060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1554480"/>
            <a:ext cx="3977640" cy="3749040"/>
          </a:xfrm>
          <a:prstGeom prst="roundRect">
            <a:avLst>
              <a:gd name="adj" fmla="val 2927"/>
            </a:avLst>
          </a:prstGeom>
          <a:solidFill>
            <a:srgbClr val="12121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175564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8119872" y="175564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8375904" y="175564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057400"/>
            <a:ext cx="34290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php artisan make:model \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Mahasiswa -m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Model created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Migration created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php artisan migrate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mahasiswas table ready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Akan Kita Bangun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adalah empat operasi dasar terhadap data: menambah, membaca, mengubah, dan menghapus. Di Laravel, keempatnya dibangun lewat kombinasi Migration, Model, Controller, Route, dan View.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FBEAE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60320"/>
            <a:ext cx="594360" cy="59436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93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 data baru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33172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FBEAE9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2560320"/>
            <a:ext cx="594360" cy="59436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3593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33172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FBEAE9"/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2560320"/>
            <a:ext cx="594360" cy="59436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3593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41080" y="2331720"/>
            <a:ext cx="2423160" cy="1737360"/>
          </a:xfrm>
          <a:prstGeom prst="roundRect">
            <a:avLst>
              <a:gd name="adj" fmla="val 5263"/>
            </a:avLst>
          </a:prstGeom>
          <a:solidFill>
            <a:srgbClr val="FBEAE9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9680" y="2560320"/>
            <a:ext cx="594360" cy="59436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86968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842248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842248" y="3593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data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PEMBANGUNANNYA: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1B1B1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4800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Model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880360" y="480060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264408" y="48006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1B1B1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01568" y="4800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596128" y="480060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5980176" y="48006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1B1B1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17336" y="4800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11896" y="4800600"/>
            <a:ext cx="384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8695944" y="4800600"/>
            <a:ext cx="2331720" cy="868680"/>
          </a:xfrm>
          <a:prstGeom prst="roundRect">
            <a:avLst>
              <a:gd name="adj" fmla="val 10526"/>
            </a:avLst>
          </a:prstGeom>
          <a:solidFill>
            <a:srgbClr val="1B1B1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833104" y="4800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CRUD Laravel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846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5895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Koneksi Database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menulis kode CRUD, pastikan Laravel bisa terhubung ke database. Semua pengaturan koneksi disimpan di file .env pada root project.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01168" cy="201168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487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database baru lewat phpMyAdmin, MySQL Workbench, atau terminal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201168" cy="201168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0540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Samakan nama database dengan DB_DATABASE di .env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739896"/>
            <a:ext cx="201168" cy="201168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6210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file, Laravel otomatis membaca ulang konfigurasi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55080" y="16002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2121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180136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839712" y="180136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095744" y="180136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103120"/>
            <a:ext cx="4709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DB_CONNECTION=mysql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DB_HOST=127.0.0.1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DB_PORT=3306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DB_DATABASE=nama_database_kamu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DB_USERNAME=root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DB_PASSWORD=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CRUD Laravel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846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5895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Buat Model &amp; Migration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perintah artisan membuat Model sekaligus file migration terkait — keduanya akan digunakan bersama sepanjang proses CRUD.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5F5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2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app/Models/Mahasiswa.php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Model, jembatan ke tabel mahasiswas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5F5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2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database/migrations/..._create_mahasiswas_table.php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Cetak biru struktur tabel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600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12121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180136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839712" y="180136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095744" y="180136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103120"/>
            <a:ext cx="4709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php artisan make:model \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Mahasiswa -m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79476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-m: langsung membuat file migration bersamaan dengan Model, tanpa perintah terpisah.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CRUD Laravel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846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5895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Definisikan Skema Tabel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method up() pada file migration untuk mendeskripsikan kolom apa saja yang dimiliki tabel mahasiswas.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F5F5F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94560"/>
            <a:ext cx="5120640" cy="502920"/>
          </a:xfrm>
          <a:prstGeom prst="roundRect">
            <a:avLst>
              <a:gd name="adj" fmla="val 14545"/>
            </a:avLst>
          </a:prstGeom>
          <a:solidFill>
            <a:srgbClr val="1B1B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194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mahasiswas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id() · primary key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46704"/>
            <a:ext cx="49377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3924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3924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string(100)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995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39959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string(100) · unique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553712"/>
            <a:ext cx="49377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599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jurusan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246120" y="45994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string(100)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2029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/ updated_at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52029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timestamps()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89320" y="2103120"/>
            <a:ext cx="5623560" cy="4114800"/>
          </a:xfrm>
          <a:prstGeom prst="roundRect">
            <a:avLst>
              <a:gd name="adj" fmla="val 2667"/>
            </a:avLst>
          </a:prstGeom>
          <a:solidFill>
            <a:srgbClr val="12121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30428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3952" y="230428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5" name="Shape 23"/>
          <p:cNvSpPr/>
          <p:nvPr/>
        </p:nvSpPr>
        <p:spPr>
          <a:xfrm>
            <a:off x="6729984" y="230428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2606040"/>
            <a:ext cx="5074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function up(): void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Schema::create('mahasiswas',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(Blueprint $table) {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$table-&gt;id();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$table-&gt;string('nama', 100);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$table-&gt;string('email', 100)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-&gt;unique();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$table-&gt;string('jurusan', 100);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$table-&gt;timestamps();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CRUD Laravel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846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5895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Aktifkan Mass Assignment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memblokir pengisian kolom secara massal secara default (proteksi keamanan). Daftarkan kolom yang boleh diisi lewat properti $fillable di Model.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BEA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2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$fillable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Mahasiswa::create([...]) akan melempar MassAssignmentException — Laravel menolak mengisi kolom apa pun secara massal.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12121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80136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9712" y="180136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3" name="Shape 11"/>
          <p:cNvSpPr/>
          <p:nvPr/>
        </p:nvSpPr>
        <p:spPr>
          <a:xfrm>
            <a:off x="7095744" y="180136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2103120"/>
            <a:ext cx="4709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A9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App\Models;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Illuminate\Database\Eloquent\Model;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Mahasiswa extends Model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protected $fillable = [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'nama', 'email', 'jurusan'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];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kolom yang terdaftar di $fillable yang bisa diisi lewat create() / update().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CRUD Laravel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 &amp; 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&amp; Route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5F5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Buat Resource Controller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71576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8"/>
          <p:cNvSpPr/>
          <p:nvPr/>
        </p:nvSpPr>
        <p:spPr>
          <a:xfrm>
            <a:off x="1261872" y="271576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9"/>
          <p:cNvSpPr/>
          <p:nvPr/>
        </p:nvSpPr>
        <p:spPr>
          <a:xfrm>
            <a:off x="1517904" y="271576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3017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php artisan make:controller \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MahasiswaController --resource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069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membuatkan 7 method standar: index, create, store, show, edit, update, destroy.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5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Daftarkan Route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92240" y="2514600"/>
            <a:ext cx="4892040" cy="1371600"/>
          </a:xfrm>
          <a:prstGeom prst="roundRect">
            <a:avLst>
              <a:gd name="adj" fmla="val 8000"/>
            </a:avLst>
          </a:prstGeom>
          <a:solidFill>
            <a:srgbClr val="12121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271576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6976872" y="271576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232904" y="271576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30175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Route::resource('mahasiswa',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MahasiswaController::class);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baris ini otomatis membentuk seluruh rute CRUD di bawah: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370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/mahasiswa → index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/mahasiswa/create → create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9560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/mahasiswa → store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537960" y="5248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/mahasiswa/{id}/edit → edit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5541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/mahasiswa/{id} → update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537960" y="5833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/mahasiswa/{id} → destroy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CRUD Laravel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846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5895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 Logika CRUD di Controller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66420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2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store()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77640" y="166420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Memvalidasi input lalu menyimpan data mahasiswa baru ke database.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1064240" cy="0"/>
          </a:xfrm>
          <a:prstGeom prst="line">
            <a:avLst/>
          </a:prstGeom>
          <a:noFill/>
          <a:ln w="12700">
            <a:solidFill>
              <a:srgbClr val="E5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24328"/>
            <a:ext cx="640080" cy="6400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24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59689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2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index() &amp; show()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2596896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seluruh data, atau satu data spesifik, untuk ditampilkan.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447288"/>
            <a:ext cx="11064240" cy="0"/>
          </a:xfrm>
          <a:prstGeom prst="line">
            <a:avLst/>
          </a:prstGeom>
          <a:noFill/>
          <a:ln w="12700">
            <a:solidFill>
              <a:srgbClr val="E5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57016"/>
            <a:ext cx="640080" cy="6400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557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5295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2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update()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3529584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Memvalidasi ulang lalu memperbarui data mahasiswa berdasarkan ID.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379976"/>
            <a:ext cx="11064240" cy="0"/>
          </a:xfrm>
          <a:prstGeom prst="line">
            <a:avLst/>
          </a:prstGeom>
          <a:noFill/>
          <a:ln w="12700">
            <a:solidFill>
              <a:srgbClr val="E5E5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89704"/>
            <a:ext cx="640080" cy="6400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489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4622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23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destroy()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4462272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Menghapus data mahasiswa dari database berdasarkan ID.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CRUD Laravel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846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5895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Buat Tampilan (Blade View)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file Blade di resources/views/mahasiswa/ menutup siklus CRUD dari sisi antarmuka pengguna.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5F5F6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1B1B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index.blade.php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576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seluruh data dalam tabel, lengkap dengan tombol edit &amp; hapus di tiap baris.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21945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5F5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2468880"/>
            <a:ext cx="640080" cy="640080"/>
          </a:xfrm>
          <a:prstGeom prst="ellipse">
            <a:avLst/>
          </a:prstGeom>
          <a:solidFill>
            <a:srgbClr val="1B1B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create.blade.php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6576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untuk menambahkan satu data mahasiswa baru ke database.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219456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5F5F6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2468880"/>
            <a:ext cx="640080" cy="640080"/>
          </a:xfrm>
          <a:prstGeom prst="ellipse">
            <a:avLst/>
          </a:prstGeom>
          <a:solidFill>
            <a:srgbClr val="1B1B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edit.blade.php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6576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untuk mengubah data yang sudah ada, terisi otomatis dari data lama.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CRUD Laravel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846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758952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Jalankan &amp; Uji Coba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121214"/>
          </a:solidFill>
          <a:ln w="12700">
            <a:solidFill>
              <a:srgbClr val="3434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92808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1892808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289304" y="1892808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194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php artisan serve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FD1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running on [http://127.0.0.1:8000]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BEA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456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42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DI BROWSER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127.0.0.1:8000/mahasiswa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PENGUJIAN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2148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2D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48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data mahasiswa baru lewat form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2770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2D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5508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770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data tampil di halaman daftar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55080" y="33924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2D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3924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salah satu data, pastikan tersimpan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55080" y="401421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2D2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0142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data, pastikan hilang dari daftar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CRUD Laravel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0584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Laravel Kamu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Sudah Siap Dipakai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25146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Sembilan langkah tadi berlaku untuk data apa pun — tinggal ganti nama tabel dan kolomnya.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33832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F2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LANJUTAN YANG BISA DICOBA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" y="3776472"/>
            <a:ext cx="146304" cy="146304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6758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Percantik tampilan dengan Bootstrap / Tailwind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4233672"/>
            <a:ext cx="146304" cy="146304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1330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relasi Eloquent (belongsTo / hasMany)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" y="4690872"/>
            <a:ext cx="146304" cy="146304"/>
          </a:xfrm>
          <a:prstGeom prst="ellipse">
            <a:avLst/>
          </a:prstGeom>
          <a:solidFill>
            <a:srgbClr val="FF2D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5902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Perkuat validasi &amp; pesan error kustom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1051560"/>
            <a:ext cx="5120640" cy="4809744"/>
          </a:xfrm>
          <a:prstGeom prst="roundRect">
            <a:avLst>
              <a:gd name="adj" fmla="val 1901"/>
            </a:avLst>
          </a:prstGeom>
          <a:solidFill>
            <a:srgbClr val="2727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20840" y="118872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118872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175564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175564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Migration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322576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32257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Tabel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88950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88950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Assignment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45643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45643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&amp; Route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02336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402336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CRUD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459028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459028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View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5157216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515721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&amp; Uji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CRUD Laravel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2026-09-15T09:35:39Z</dcterms:created>
  <dcterms:modified xsi:type="dcterms:W3CDTF">2026-09-15T09:35:39Z</dcterms:modified>
</cp:coreProperties>
</file>