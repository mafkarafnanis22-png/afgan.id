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8016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20574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CRUD LARAVEL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640080" y="26974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ECA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Sederhana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640080" y="33832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Panduan lengkap Create • Read • Update • Delete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untuk pemula Laravel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40080" y="4297680"/>
            <a:ext cx="2011680" cy="73152"/>
          </a:xfrm>
          <a:prstGeom prst="rect">
            <a:avLst/>
          </a:prstGeom>
          <a:solidFill>
            <a:srgbClr val="EF4444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 itu CRUD?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645920" cy="6400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CRUD adalah empat operasi dasar untuk mengelola data di database.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2011680" cy="28346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691640"/>
            <a:ext cx="2011680" cy="10972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7" name="Shape 5"/>
          <p:cNvSpPr/>
          <p:nvPr/>
        </p:nvSpPr>
        <p:spPr>
          <a:xfrm>
            <a:off x="1051560" y="2057400"/>
            <a:ext cx="822960" cy="822960"/>
          </a:xfrm>
          <a:prstGeom prst="ellipse">
            <a:avLst/>
          </a:prstGeom>
          <a:solidFill>
            <a:srgbClr val="059669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7008" y="2212848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3063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594360" y="352044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Menambahkan data baru ke database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2606040" y="1691640"/>
            <a:ext cx="2011680" cy="28346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606040" y="1691640"/>
            <a:ext cx="2011680" cy="1097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" name="Shape 10"/>
          <p:cNvSpPr/>
          <p:nvPr/>
        </p:nvSpPr>
        <p:spPr>
          <a:xfrm>
            <a:off x="3200400" y="2057400"/>
            <a:ext cx="822960" cy="82296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5848" y="2212848"/>
            <a:ext cx="502920" cy="5029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697480" y="3063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2743200" y="352044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Membaca / menampilkan data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4754880" y="1691640"/>
            <a:ext cx="2011680" cy="28346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754880" y="1691640"/>
            <a:ext cx="2011680" cy="10972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9" name="Shape 15"/>
          <p:cNvSpPr/>
          <p:nvPr/>
        </p:nvSpPr>
        <p:spPr>
          <a:xfrm>
            <a:off x="5349240" y="2057400"/>
            <a:ext cx="822960" cy="822960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4688" y="2212848"/>
            <a:ext cx="502920" cy="5029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846320" y="3063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</a:t>
            </a:r>
            <a:endParaRPr lang="en-US" sz="1800" dirty="0"/>
          </a:p>
        </p:txBody>
      </p:sp>
      <p:sp>
        <p:nvSpPr>
          <p:cNvPr id="22" name="Text 17"/>
          <p:cNvSpPr/>
          <p:nvPr/>
        </p:nvSpPr>
        <p:spPr>
          <a:xfrm>
            <a:off x="4892040" y="352044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Mengubah data yang sudah ada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6903720" y="1691640"/>
            <a:ext cx="2011680" cy="28346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903720" y="1691640"/>
            <a:ext cx="2011680" cy="10972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5" name="Shape 20"/>
          <p:cNvSpPr/>
          <p:nvPr/>
        </p:nvSpPr>
        <p:spPr>
          <a:xfrm>
            <a:off x="7498080" y="2057400"/>
            <a:ext cx="822960" cy="82296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3528" y="2212848"/>
            <a:ext cx="502920" cy="50292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995160" y="3063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</a:t>
            </a:r>
            <a:endParaRPr lang="en-US" sz="1800" dirty="0"/>
          </a:p>
        </p:txBody>
      </p:sp>
      <p:sp>
        <p:nvSpPr>
          <p:cNvPr id="28" name="Text 22"/>
          <p:cNvSpPr/>
          <p:nvPr/>
        </p:nvSpPr>
        <p:spPr>
          <a:xfrm>
            <a:off x="7040880" y="352044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Menghapus data dari database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Setup &amp; Persiapan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645920" cy="6400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8229600" cy="1097280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25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71600" y="12344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Buat Project Laravel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155448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composer create-project laravel/laravel nama-project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331720"/>
            <a:ext cx="8229600" cy="1097280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560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371600" y="24688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Konfigurasi Database (.env)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278892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DB_CONNECTION=mysql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DB_DATABASE=nama_db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DB_USERNAME=root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DB_PASSWORD=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566160"/>
            <a:ext cx="8229600" cy="1097280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794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371600" y="37033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Jalankan Migrasi Default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402336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php artisan migrate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Migration &amp; Model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645920" cy="6400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5156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0F172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887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php artisan make:model Post -m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4023360" cy="2880360"/>
          </a:xfrm>
          <a:prstGeom prst="roundRect">
            <a:avLst>
              <a:gd name="adj" fmla="val 3175"/>
            </a:avLst>
          </a:prstGeom>
          <a:solidFill>
            <a:srgbClr val="F1F5F9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057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468880"/>
            <a:ext cx="3657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Schema::create('posts', function (Blueprint $table)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$table-&gt;id();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$table-&gt;string('title');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$table-&gt;text('content');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$table-&gt;timestamps();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920240"/>
            <a:ext cx="4023360" cy="2880360"/>
          </a:xfrm>
          <a:prstGeom prst="roundRect">
            <a:avLst>
              <a:gd name="adj" fmla="val 3175"/>
            </a:avLst>
          </a:prstGeom>
          <a:solidFill>
            <a:srgbClr val="F1F5F9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2057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(app/Models/Post.php)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46320" y="2468880"/>
            <a:ext cx="3657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Post extends Model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protected $fillable = [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'title',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'content',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];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Resource Controller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645920" cy="6400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5156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0F172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430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php artisan make:controller PostController --resource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4114800" cy="685800"/>
          </a:xfrm>
          <a:prstGeom prst="roundRect">
            <a:avLst>
              <a:gd name="adj" fmla="val 10667"/>
            </a:avLst>
          </a:prstGeom>
          <a:solidFill>
            <a:srgbClr val="F1F5F9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84708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index()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560320" y="184708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Tampilkan semua data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514600"/>
            <a:ext cx="4114800" cy="685800"/>
          </a:xfrm>
          <a:prstGeom prst="roundRect">
            <a:avLst>
              <a:gd name="adj" fmla="val 10667"/>
            </a:avLst>
          </a:prstGeom>
          <a:solidFill>
            <a:srgbClr val="F1F5F9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62432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create()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560320" y="262432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 tambah data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291840"/>
            <a:ext cx="4114800" cy="685800"/>
          </a:xfrm>
          <a:prstGeom prst="roundRect">
            <a:avLst>
              <a:gd name="adj" fmla="val 10667"/>
            </a:avLst>
          </a:prstGeom>
          <a:solidFill>
            <a:srgbClr val="F1F5F9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40156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store()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560320" y="340156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Simpan data baru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4069080"/>
            <a:ext cx="4114800" cy="685800"/>
          </a:xfrm>
          <a:prstGeom prst="roundRect">
            <a:avLst>
              <a:gd name="adj" fmla="val 10667"/>
            </a:avLst>
          </a:prstGeom>
          <a:solidFill>
            <a:srgbClr val="F1F5F9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17880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show()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560320" y="417880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Tampilkan 1 data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754880" y="1737360"/>
            <a:ext cx="4114800" cy="685800"/>
          </a:xfrm>
          <a:prstGeom prst="roundRect">
            <a:avLst>
              <a:gd name="adj" fmla="val 10667"/>
            </a:avLst>
          </a:prstGeom>
          <a:solidFill>
            <a:srgbClr val="F1F5F9"/>
          </a:solidFill>
          <a:ln/>
        </p:spPr>
      </p:sp>
      <p:sp>
        <p:nvSpPr>
          <p:cNvPr id="19" name="Text 17"/>
          <p:cNvSpPr/>
          <p:nvPr/>
        </p:nvSpPr>
        <p:spPr>
          <a:xfrm>
            <a:off x="4937760" y="184708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edit()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858000" y="184708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 edit data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754880" y="2514600"/>
            <a:ext cx="4114800" cy="685800"/>
          </a:xfrm>
          <a:prstGeom prst="roundRect">
            <a:avLst>
              <a:gd name="adj" fmla="val 10667"/>
            </a:avLst>
          </a:prstGeom>
          <a:solidFill>
            <a:srgbClr val="F1F5F9"/>
          </a:solidFill>
          <a:ln/>
        </p:spPr>
      </p:sp>
      <p:sp>
        <p:nvSpPr>
          <p:cNvPr id="22" name="Text 20"/>
          <p:cNvSpPr/>
          <p:nvPr/>
        </p:nvSpPr>
        <p:spPr>
          <a:xfrm>
            <a:off x="4937760" y="262432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update()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858000" y="262432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Simpan perubahan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54880" y="3291840"/>
            <a:ext cx="4114800" cy="685800"/>
          </a:xfrm>
          <a:prstGeom prst="roundRect">
            <a:avLst>
              <a:gd name="adj" fmla="val 10667"/>
            </a:avLst>
          </a:prstGeom>
          <a:solidFill>
            <a:srgbClr val="F1F5F9"/>
          </a:solidFill>
          <a:ln/>
        </p:spPr>
      </p:sp>
      <p:sp>
        <p:nvSpPr>
          <p:cNvPr id="25" name="Text 23"/>
          <p:cNvSpPr/>
          <p:nvPr/>
        </p:nvSpPr>
        <p:spPr>
          <a:xfrm>
            <a:off x="4937760" y="340156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destroy()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858000" y="340156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Hapus data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 Kode Controller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1645920" cy="6400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960120"/>
            <a:ext cx="4160520" cy="3840480"/>
          </a:xfrm>
          <a:prstGeom prst="roundRect">
            <a:avLst>
              <a:gd name="adj" fmla="val 2381"/>
            </a:avLst>
          </a:prstGeom>
          <a:solidFill>
            <a:srgbClr val="0F172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9728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store() — Create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37947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function store(Request $request)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$request-&gt;validate([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'title' =&gt; 'required',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'content' =&gt; 'required',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Post::create($request-&gt;all());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redirect()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-&gt;route('posts.index');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800600" y="960120"/>
            <a:ext cx="4160520" cy="3840480"/>
          </a:xfrm>
          <a:prstGeom prst="roundRect">
            <a:avLst>
              <a:gd name="adj" fmla="val 2381"/>
            </a:avLst>
          </a:prstGeom>
          <a:solidFill>
            <a:srgbClr val="0F172A"/>
          </a:solidFill>
          <a:ln/>
        </p:spPr>
      </p:sp>
      <p:sp>
        <p:nvSpPr>
          <p:cNvPr id="8" name="Text 6"/>
          <p:cNvSpPr/>
          <p:nvPr/>
        </p:nvSpPr>
        <p:spPr>
          <a:xfrm>
            <a:off x="4983480" y="109728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update() — Update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83480" y="1508760"/>
            <a:ext cx="37947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function update(Request $req, Post $post)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$req-&gt;validate([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'title' =&gt; 'required',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'content' =&gt; 'required',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$post-&gt;update($req-&gt;all());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redirect()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-&gt;route('posts.index');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Routes (web.php)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645920" cy="6400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5156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0F172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887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Route::resource('posts', PostController::class);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874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Satu baris di atas otomatis membuat 7 route berikut: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8229600" cy="3657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3317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828800" y="23317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URI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389120" y="23317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35040" y="23317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Nama Route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697480"/>
            <a:ext cx="8229600" cy="3200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7157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828800" y="27157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/posts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389120" y="27157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035040" y="271576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posts.index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017520"/>
            <a:ext cx="822960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0358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828800" y="30358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/posts/create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389120" y="30358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035040" y="303580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posts.create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337560"/>
            <a:ext cx="8229600" cy="3200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3558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828800" y="33558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/posts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389120" y="335584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035040" y="33558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posts.store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3657600"/>
            <a:ext cx="822960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36758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828800" y="36758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/posts/{post}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389120" y="367588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035040" y="367588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posts.show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57200" y="3977640"/>
            <a:ext cx="8229600" cy="3200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39959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828800" y="39959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/posts/{post}/edit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389120" y="399592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035040" y="399592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posts.edit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57200" y="4297680"/>
            <a:ext cx="822960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457200" y="43159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828800" y="43159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/posts/{post}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389120" y="43159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035040" y="431596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posts.update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3" name="Text 41"/>
          <p:cNvSpPr/>
          <p:nvPr/>
        </p:nvSpPr>
        <p:spPr>
          <a:xfrm>
            <a:off x="457200" y="46360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1828800" y="46360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/posts/{post}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4389120" y="46360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destroy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035040" y="463600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posts.destroy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Views (Blade Templates)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645920" cy="6400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F1F5F9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261872"/>
            <a:ext cx="457200" cy="45720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9844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120700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index.blade.php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150876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Daftar semua post + tombol aksi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96596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F1F5F9"/>
          </a:solidFill>
          <a:ln/>
        </p:spPr>
      </p:sp>
      <p:sp>
        <p:nvSpPr>
          <p:cNvPr id="10" name="Shape 8"/>
          <p:cNvSpPr/>
          <p:nvPr/>
        </p:nvSpPr>
        <p:spPr>
          <a:xfrm>
            <a:off x="685800" y="2130552"/>
            <a:ext cx="457200" cy="45720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16712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71600" y="207568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create.blade.php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71600" y="23774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 input data baru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83464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F1F5F9"/>
          </a:solidFill>
          <a:ln/>
        </p:spPr>
      </p:sp>
      <p:sp>
        <p:nvSpPr>
          <p:cNvPr id="15" name="Shape 13"/>
          <p:cNvSpPr/>
          <p:nvPr/>
        </p:nvSpPr>
        <p:spPr>
          <a:xfrm>
            <a:off x="685800" y="2999232"/>
            <a:ext cx="457200" cy="45720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0358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71600" y="294436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edit.blade.php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71600" y="32461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 edit data existing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370332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F1F5F9"/>
          </a:solidFill>
          <a:ln/>
        </p:spPr>
      </p:sp>
      <p:sp>
        <p:nvSpPr>
          <p:cNvPr id="20" name="Shape 18"/>
          <p:cNvSpPr/>
          <p:nvPr/>
        </p:nvSpPr>
        <p:spPr>
          <a:xfrm>
            <a:off x="685800" y="3867912"/>
            <a:ext cx="457200" cy="45720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390448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71600" y="381304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show.blade.php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71600" y="41148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 satu post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 Form (create.blade.php)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1645920" cy="6400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05840"/>
            <a:ext cx="8229600" cy="3840480"/>
          </a:xfrm>
          <a:prstGeom prst="roundRect">
            <a:avLst>
              <a:gd name="adj" fmla="val 2381"/>
            </a:avLst>
          </a:prstGeom>
          <a:solidFill>
            <a:srgbClr val="0F172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188720"/>
            <a:ext cx="76809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&lt;h1&gt;Tambah Post&lt;/h1&gt;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&lt;form action="{{ route('posts.store') }}" method="POST"&gt;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@csrf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&lt;input type="text" name="title"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placeholder="Judul" required&gt;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&lt;textarea name="content"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placeholder="Isi konten" required&gt;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&lt;/textarea&gt;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&lt;button type="submit"&gt;Simpan&lt;/button&gt;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&lt;/form&gt;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Ringkasan Alur CRUD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645920" cy="6400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371600"/>
            <a:ext cx="1645920" cy="2194560"/>
          </a:xfrm>
          <a:prstGeom prst="roundRect">
            <a:avLst>
              <a:gd name="adj" fmla="val 5556"/>
            </a:avLst>
          </a:prstGeom>
          <a:solidFill>
            <a:srgbClr val="F1F5F9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600200"/>
            <a:ext cx="731520" cy="73152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7373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2514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9260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Buat struktur tabel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920240" y="2194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148840" y="1371600"/>
            <a:ext cx="1645920" cy="2194560"/>
          </a:xfrm>
          <a:prstGeom prst="roundRect">
            <a:avLst>
              <a:gd name="adj" fmla="val 5556"/>
            </a:avLst>
          </a:prstGeom>
          <a:solidFill>
            <a:srgbClr val="F1F5F9"/>
          </a:solidFill>
          <a:ln/>
        </p:spPr>
      </p:sp>
      <p:sp>
        <p:nvSpPr>
          <p:cNvPr id="11" name="Shape 9"/>
          <p:cNvSpPr/>
          <p:nvPr/>
        </p:nvSpPr>
        <p:spPr>
          <a:xfrm>
            <a:off x="2606040" y="1600200"/>
            <a:ext cx="731520" cy="73152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2" name="Text 10"/>
          <p:cNvSpPr/>
          <p:nvPr/>
        </p:nvSpPr>
        <p:spPr>
          <a:xfrm>
            <a:off x="2606040" y="17373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240280" y="2514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240280" y="29260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Representasi data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703320" y="2194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931920" y="1371600"/>
            <a:ext cx="1645920" cy="2194560"/>
          </a:xfrm>
          <a:prstGeom prst="roundRect">
            <a:avLst>
              <a:gd name="adj" fmla="val 5556"/>
            </a:avLst>
          </a:prstGeom>
          <a:solidFill>
            <a:srgbClr val="F1F5F9"/>
          </a:solidFill>
          <a:ln/>
        </p:spPr>
      </p:sp>
      <p:sp>
        <p:nvSpPr>
          <p:cNvPr id="17" name="Shape 15"/>
          <p:cNvSpPr/>
          <p:nvPr/>
        </p:nvSpPr>
        <p:spPr>
          <a:xfrm>
            <a:off x="4389120" y="1600200"/>
            <a:ext cx="731520" cy="73152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8" name="Text 16"/>
          <p:cNvSpPr/>
          <p:nvPr/>
        </p:nvSpPr>
        <p:spPr>
          <a:xfrm>
            <a:off x="4389120" y="17373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023360" y="2514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023360" y="29260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Logika CRUD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0" y="2194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5715000" y="1371600"/>
            <a:ext cx="1645920" cy="2194560"/>
          </a:xfrm>
          <a:prstGeom prst="roundRect">
            <a:avLst>
              <a:gd name="adj" fmla="val 5556"/>
            </a:avLst>
          </a:prstGeom>
          <a:solidFill>
            <a:srgbClr val="F1F5F9"/>
          </a:solidFill>
          <a:ln/>
        </p:spPr>
      </p:sp>
      <p:sp>
        <p:nvSpPr>
          <p:cNvPr id="23" name="Shape 21"/>
          <p:cNvSpPr/>
          <p:nvPr/>
        </p:nvSpPr>
        <p:spPr>
          <a:xfrm>
            <a:off x="6172200" y="1600200"/>
            <a:ext cx="731520" cy="73152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4" name="Text 22"/>
          <p:cNvSpPr/>
          <p:nvPr/>
        </p:nvSpPr>
        <p:spPr>
          <a:xfrm>
            <a:off x="6172200" y="17373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806440" y="2514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806440" y="29260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Mapping URL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269480" y="2194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7498080" y="1371600"/>
            <a:ext cx="1645920" cy="2194560"/>
          </a:xfrm>
          <a:prstGeom prst="roundRect">
            <a:avLst>
              <a:gd name="adj" fmla="val 5556"/>
            </a:avLst>
          </a:prstGeom>
          <a:solidFill>
            <a:srgbClr val="F1F5F9"/>
          </a:solidFill>
          <a:ln/>
        </p:spPr>
      </p:sp>
      <p:sp>
        <p:nvSpPr>
          <p:cNvPr id="29" name="Shape 27"/>
          <p:cNvSpPr/>
          <p:nvPr/>
        </p:nvSpPr>
        <p:spPr>
          <a:xfrm>
            <a:off x="7955280" y="1600200"/>
            <a:ext cx="731520" cy="73152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0" name="Text 28"/>
          <p:cNvSpPr/>
          <p:nvPr/>
        </p:nvSpPr>
        <p:spPr>
          <a:xfrm>
            <a:off x="7955280" y="17373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7589520" y="2514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589520" y="29260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Tampilan UI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57200" y="3931920"/>
            <a:ext cx="8229600" cy="868680"/>
          </a:xfrm>
          <a:prstGeom prst="roundRect">
            <a:avLst>
              <a:gd name="adj" fmla="val 10526"/>
            </a:avLst>
          </a:prstGeom>
          <a:solidFill>
            <a:srgbClr val="FEF2F2"/>
          </a:solidFill>
          <a:ln/>
        </p:spPr>
      </p:sp>
      <p:sp>
        <p:nvSpPr>
          <p:cNvPr id="34" name="Text 32"/>
          <p:cNvSpPr/>
          <p:nvPr/>
        </p:nvSpPr>
        <p:spPr>
          <a:xfrm>
            <a:off x="685800" y="41148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Tips: Gunakan Route::resource() + --resource controller agar struktur CRUD otomatis terbuat dan konsisten.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Tips &amp; Best Practice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645920" cy="6400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4114800" cy="1097280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91440" cy="10972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280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Validasi Input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16002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Selalu validasi data di store() &amp; update() sebelum disimpan.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4114800" cy="1097280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/>
        </p:spPr>
      </p:sp>
      <p:sp>
        <p:nvSpPr>
          <p:cNvPr id="9" name="Shape 7"/>
          <p:cNvSpPr/>
          <p:nvPr/>
        </p:nvSpPr>
        <p:spPr>
          <a:xfrm>
            <a:off x="4754880" y="1097280"/>
            <a:ext cx="91440" cy="10972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280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CSRF Protection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029200" y="16002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Wajib gunakan @csrf di setiap form POST/PUT/DELETE.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331720"/>
            <a:ext cx="4114800" cy="1097280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2331720"/>
            <a:ext cx="91440" cy="10972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514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 Spoofing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31520" y="2834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Gunakan @method('PUT') atau @method('DELETE') di form.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54880" y="2331720"/>
            <a:ext cx="4114800" cy="1097280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/>
        </p:spPr>
      </p:sp>
      <p:sp>
        <p:nvSpPr>
          <p:cNvPr id="17" name="Shape 15"/>
          <p:cNvSpPr/>
          <p:nvPr/>
        </p:nvSpPr>
        <p:spPr>
          <a:xfrm>
            <a:off x="4754880" y="2331720"/>
            <a:ext cx="91440" cy="10972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0" y="2514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Mass Assignment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029200" y="2834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Isi $fillable di Model agar create()/update() aman.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3566160"/>
            <a:ext cx="4114800" cy="1097280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" y="3566160"/>
            <a:ext cx="91440" cy="10972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749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Pagination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31520" y="40690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Gunakan Post::latest()-&gt;paginate(10) untuk data banyak.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54880" y="3566160"/>
            <a:ext cx="4114800" cy="1097280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/>
        </p:spPr>
      </p:sp>
      <p:sp>
        <p:nvSpPr>
          <p:cNvPr id="25" name="Shape 23"/>
          <p:cNvSpPr/>
          <p:nvPr/>
        </p:nvSpPr>
        <p:spPr>
          <a:xfrm>
            <a:off x="4754880" y="3566160"/>
            <a:ext cx="91440" cy="10972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0" y="3749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Model Binding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029200" y="40690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Laravel otomatis inject model lewat parameter {post}.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71600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21031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Siap Mulai CRUD!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640080" y="283464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Mulai dari migration → model → controller → route → view.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Praktikkan langsung agar lebih cepat dipahami.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40080" y="3840480"/>
            <a:ext cx="1828800" cy="7315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4114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ECA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Laravel • CRUD • Database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CRUD Laravel Database Sederhana</dc:title>
  <dc:subject>Pengenalan CRUD di Laravel</dc:subject>
  <dc:creator>Laravel Tutorial</dc:creator>
  <cp:lastModifiedBy>Laravel Tutorial</cp:lastModifiedBy>
  <cp:revision>1</cp:revision>
  <dcterms:created xsi:type="dcterms:W3CDTF">2026-09-09T08:12:50Z</dcterms:created>
  <dcterms:modified xsi:type="dcterms:W3CDTF">2026-09-09T08:12:50Z</dcterms:modified>
</cp:coreProperties>
</file>