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114800" cy="4114800"/>
          </a:xfrm>
          <a:prstGeom prst="ellipse">
            <a:avLst/>
          </a:prstGeom>
          <a:solidFill>
            <a:srgbClr val="0A2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937760"/>
            <a:ext cx="2926080" cy="2926080"/>
          </a:xfrm>
          <a:prstGeom prst="ellipse">
            <a:avLst/>
          </a:prstGeom>
          <a:solidFill>
            <a:srgbClr val="0A224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OAuth2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valet key, alur kerja, 4 pemain utama, dan implementasi Google Login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201168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crud_api  •  Node.js + Express + Google OAuth2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Analogi: Valet Key Mobil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termudah memahami inti dari OAuth2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valet terbatas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cuma bisa starter mobil &amp; buka pintu — tidak bisa buka bagasi atau laci dashboard.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utama tetap aman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tidak pernah kasih kunci utama (password asli) ke petugas valet.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8404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dicabut kapan saja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kunci valet bisa dibatalkan tanpa perlu ganti kunci utama.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60920" y="1737360"/>
            <a:ext cx="4251960" cy="4297680"/>
          </a:xfrm>
          <a:prstGeom prst="roundRect">
            <a:avLst>
              <a:gd name="adj" fmla="val 2581"/>
            </a:avLst>
          </a:prstGeom>
          <a:solidFill>
            <a:srgbClr val="10315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35240" y="26974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dalam Satu Kalimat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635240" y="333756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pihak ketiga bisa mengakses data kamu di aplikasi lain, tanpa pernah tahu password kamu — ia hanya dapat “kunci terbatas” berupa access token.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52578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nyata: tombol “Login with Google” di banyak aplikasi.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vs JWT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disandingkan, tapi keduanya menjawab pertanyaan yang berbeda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60520" y="169164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10315C"/>
          </a:solidFill>
          <a:ln/>
        </p:spPr>
      </p:sp>
      <p:sp>
        <p:nvSpPr>
          <p:cNvPr id="5" name="Text 3"/>
          <p:cNvSpPr/>
          <p:nvPr/>
        </p:nvSpPr>
        <p:spPr>
          <a:xfrm>
            <a:off x="4160520" y="1691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69164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691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60520" y="233172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3317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token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33172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23317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/ alur otorisasi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Fungsinya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60520" y="329184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2918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membungkus data secara aman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329184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32918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mendapatkan izin akses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Analoginya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60520" y="425196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4251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Tiket konser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425196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4251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valet parking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0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492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Faktanya: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sering memakai JWT sebagai bentuk access token-nya. Keduanya saling melengkapi, bukan saling menggantikan.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Pemain Utama dalam OAuth2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alur OAuth2 selalu melibatkan keempat pihak ini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0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031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1947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Owner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83080" y="2377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— pemilik data (akun Google, GitHub, dll).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031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947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52360" y="2377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pihak ketiga yang minta akses ke data kamu (mis. Aplikasi Cuaca).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031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0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3080" y="4096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Server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8308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yang mengurus login &amp; persetujuan (mis. accounts.google.com).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031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14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52360" y="4096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Server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52360" y="45262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yang menyimpan data asli (mis. Google Drive API).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OAuth2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Flow — dipakai saat klik “Login with Google”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1600200"/>
            <a:ext cx="0" cy="4224528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klik “Login with Google”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Aplikasi Cuaca (client)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411480" cy="41148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633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ke halaman login Google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298094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arahkan user ke authorization server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803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&amp; setuju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34440" y="41513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“Aplikasi Cuaca ingin akses email kamu”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411480" cy="411480"/>
          </a:xfrm>
          <a:prstGeom prst="ellipse">
            <a:avLst/>
          </a:prstGeom>
          <a:solidFill>
            <a:srgbClr val="10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0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9743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redirect balik + code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4440" y="53218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Membawa authorization code ke client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56248" y="1600200"/>
            <a:ext cx="0" cy="3054096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50876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kirim code ke Google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49440" y="18105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Server-to-server, tidak lewat browser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2679192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633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balas Access Token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49440" y="298094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Refresh Token untuk perpanjangan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849624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3803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akses data user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49440" y="41513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Access Token ke Resource Server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Dependency &amp; Setup .env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Dapatkan CLIENT_ID &amp; CLIENT_SECRET dari Google Cloud Console → APIs &amp; Services → Credentials.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 /  .env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dependency yang dibutuhkan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axios dotenv express-session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Buat file .env untuk kredensial Google OAuth2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GOOGLE_CLIENT_ID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xxxxxxxx.apps.googleusercontent.com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GOOGLE_CLIENT_SECRET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xxxxxxxxxxxxxxxx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REDIRECT_URI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http://localhost:3000/auth/google/callback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SESSION_SECRET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rahasia_session_aman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ke Halaman Login Google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diarahkan ke Google untuk login &amp; memberi izin akses (consent screen).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'express'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'express-session'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(session({ secret: process.env.SESSION_SECRET }));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Arahkan user ke halaman login Google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'/auth/google'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(req, res) =&gt;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 =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'https://accounts.google.com/o/oauth2/v2/auth'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`?client_id=${process.env.GOOGLE_CLIENT_ID}`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`&amp;redirect_uri=${process.env.REDIRECT_URI}`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'&amp;response_type=code'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'&amp;scope=openid email profile'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data yg diminta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'&amp;access_type=offline'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dapat refresh token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 — Tukar Code dengan Access Token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120640"/>
          </a:xfrm>
          <a:prstGeom prst="roundRect">
            <a:avLst>
              <a:gd name="adj" fmla="val 1786"/>
            </a:avLst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8132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48132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48132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264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03327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Google redirect ke sini bawa ?code=xxxxx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'/auth/google/callback'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=&gt;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code } = req.query;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3: Tukar authorization code dengan access token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tokenRes =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axios.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'https://oauth2.googleapis.com/token'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client_id: process.env.GOOGLE_CLIENT_ID,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client_secret: process.env.GOOGLE_CLIENT_SECRET,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code, redirect_uri: process.env.REDIRECT_URI,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grant_type: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'authorization_code'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access_token } = tokenRes.data;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4: Pakai access token untuk ambil data user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userInfo =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axios.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'https://www.googleapis.com/oauth2/v2/userinfo'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headers: { Authorization: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`Bearer ${access_token}`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req.session.user = userInfo.data;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'Login berhasil!'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user: userInfo.data });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yang Diproteksi (Cek Session)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sederhana untuk memastikan hanya user yang sudah login yang bisa akses route.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requireLogin(req, res, next)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(!req.session.user)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(401).json({ message: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'Belum login'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 ini hanya bisa diakses kalau session user ada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'/profile'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requireLogin, (req, res) =&gt;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'Profil kamu'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user: req.session.user });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(3000, () =&gt;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'Server jalan'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Token — Perpanjang Akses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Supaya user tidak perlu login ulang setiap kali access token kedaluwarsa.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 token berumur pendek (mis. 1 jam)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Refresh token dipakai untuk minta access token baru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'/auth/refresh'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=&gt;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refreshToken = req.session.refreshToken;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 =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axios.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C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'https://oauth2.googleapis.com/token'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client_id: process.env.GOOGLE_CLIENT_ID,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client_secret: process.env.GOOGLE_CLIENT_SECRET,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refresh_token: refreshToken,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grant_type: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'refresh_token'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req.session.accessToken = response.data.access_token;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'Token diperbarui'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A2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291840" cy="3291840"/>
          </a:xfrm>
          <a:prstGeom prst="ellipse">
            <a:avLst/>
          </a:prstGeom>
          <a:solidFill>
            <a:srgbClr val="0A22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 Penting yang Perlu Diingat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A22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73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Jangan expose CLIENT_SECRET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Terutama ke sisi frontend / browser — hanya boleh dipakai di server.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A224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1673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Selalu pakai HTTPS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menolak redirect_uri http:// kecuali untuk localhost.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A22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3913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 scope seminimal mungkin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3891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least privilege — jangan minta akses yang tidak perlu.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A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🍪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3913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Hindari localStorage untuk token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43891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cookie httpOnly lebih aman dari serangan XSS.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produksi, pertimbangkan library seperti Passport.js (passport-google-oauth20) daripada raw request manual.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2026-09-21T07:27:45Z</dcterms:created>
  <dcterms:modified xsi:type="dcterms:W3CDTF">2026-09-21T07:27:45Z</dcterms:modified>
</cp:coreProperties>
</file>