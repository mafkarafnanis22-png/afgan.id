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312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CRUD + Autentikasi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/ Register dengan Laravel Sanctum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Step-by-Step Lengkap dari Awal hingga Testing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371600" y="38404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39776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2024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11/12/13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657600" y="38404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97764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20624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Sanctum Auth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943600" y="38404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397764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9224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CRUD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CRUD + Sanctum Auth  ·  Step by Step Tutorial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Tutorial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akan kita pelajari dari awal sampai testing API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&amp; Install Laravel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project, setup database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1488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103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Sanctum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3774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token-based API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718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User &amp; Migration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200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HasApiTokens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794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023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Logout, 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118872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3258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3212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CRUD Post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1554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controller lengkap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01168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1488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32120" y="2103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API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32120" y="23774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&amp; Protected routes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283464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9718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3212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dengan Postman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32120" y="3200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&amp; Bearer Token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365760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794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532120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Endpoint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532120" y="4023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lengkap semua API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CRUD + Sanctum Auth  ·  Step by Step Tutorial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Prasyarat Sebelum Mulai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325880"/>
            <a:ext cx="548640" cy="548640"/>
          </a:xfrm>
          <a:prstGeom prst="ellipse">
            <a:avLst/>
          </a:prstGeom>
          <a:solidFill>
            <a:srgbClr val="0C4A6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8.2+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baik PHP 8.3 atau 8.4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4983480" y="1325880"/>
            <a:ext cx="548640" cy="548640"/>
          </a:xfrm>
          <a:prstGeom prst="ellipse">
            <a:avLst/>
          </a:prstGeom>
          <a:solidFill>
            <a:srgbClr val="0C4A6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4173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6072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76072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manager untuk PHP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237744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685800" y="2697480"/>
            <a:ext cx="548640" cy="548640"/>
          </a:xfrm>
          <a:prstGeom prst="ellipse">
            <a:avLst/>
          </a:prstGeom>
          <a:solidFill>
            <a:srgbClr val="0C4A6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7889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46304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MariaDB / SQLite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754880" y="237744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/>
        </p:spPr>
      </p:sp>
      <p:sp>
        <p:nvSpPr>
          <p:cNvPr id="21" name="Shape 16"/>
          <p:cNvSpPr/>
          <p:nvPr/>
        </p:nvSpPr>
        <p:spPr>
          <a:xfrm>
            <a:off x="4983480" y="2697480"/>
            <a:ext cx="548640" cy="548640"/>
          </a:xfrm>
          <a:prstGeom prst="ellipse">
            <a:avLst/>
          </a:prstGeom>
          <a:solidFill>
            <a:srgbClr val="0C4A6E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7889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6072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Client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576072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/ Insomnia / Thunder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CRUD + Sanctum Auth  ·  Step by Step Tutorial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Buat Project Laravel Baru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1A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89611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8961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170432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create-project laravel/laravel laravel-api-crud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laravel-api-crud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0428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96112" y="2267712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Composer sudah terinstall. Command ini akan mengunduh Laravel versi terbaru (11/12/13).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Folder Penting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3291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app/Models/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931920" y="3291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Eloquent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3566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app/Http/Controllers/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931920" y="3566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API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" y="3840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routes/api.php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931920" y="3840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API (setelah install:api)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4114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database/migrations/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931920" y="4114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database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0080" y="4389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931920" y="4389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environment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CRUD + Sanctum Auth  ·  Step by Step Tutorial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Laravel Sanctum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Laravel 11+ cukup jalankan satu perintah: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A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17043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704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44475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install:api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 di atas akan:</a:t>
            </a:r>
            <a:endParaRPr lang="en-US" sz="14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8880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14400" y="24688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Menginstall package laravel/sanctum</a:t>
            </a:r>
            <a:endParaRPr lang="en-US" sz="1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8892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14400" y="2788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file routes/api.php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3108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migration personal_access_tokens</a:t>
            </a:r>
            <a:endParaRPr lang="en-US" sz="14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" y="34290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middleware auth:sanctum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A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48640" y="391363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/>
        </p:spPr>
      </p:sp>
      <p:sp>
        <p:nvSpPr>
          <p:cNvPr id="23" name="Text 17"/>
          <p:cNvSpPr/>
          <p:nvPr/>
        </p:nvSpPr>
        <p:spPr>
          <a:xfrm>
            <a:off x="548640" y="39136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594360" y="4187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migrate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CRUD + Sanctum Auth  ·  Step by Step Tutorial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Konfigurasi Database (.env)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1A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89611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8961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170432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DB_CONNECTION=mysql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DB_HOST=127.0.0.1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DB_PORT=3306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DB_DATABASE=laravel_api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DB_USERNAME=root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DB_PASSWORD=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822960"/>
            <a:ext cx="30175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0584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43600" y="155448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Buat database terlebih dahulu di MySQL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Untuk SQLite, cukup set: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DB_CONNECTION=sqlite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Jalankan migrate setelah config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3832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A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345643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564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94360" y="37307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migrate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29768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407408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96112" y="4370832"/>
            <a:ext cx="7680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akan membuat tabel users, personal_access_tokens, cache, jobs, dll.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CRUD + Sanctum Auth  ·  Step by Step Tutorial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Model User (HasApiTokens)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File: app/Models/User.php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1A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3327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A855F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332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307592"/>
            <a:ext cx="7955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Laravel\Sanctum\HasApiTokens;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 extends Authenticatable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 HasApiTokens, HasFactory, Notifiable;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$fillable = ['name', 'email', 'password'];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$hidden = ['password', 'remember_token'];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41648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96112" y="400507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HasApiTokens memberikan method createToken(), tokens(), dan currentAccessToken() pada model User.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CRUD + Sanctum Auth  ·  Step by Step Tutorial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Buat Model, Migration &amp; Controller Post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A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85039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8503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1247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make:model Post -mcr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-mcr = Migration + Controller + Resource methods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Migration posts: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1A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54203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A855F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42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816352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Schema::create('posts', function (Blueprint $table)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$table-&gt;id();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$table-&gt;foreignId('user_id')-&gt;constrained()-&gt;onDelete('cascade');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$table-&gt;string('title');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$table-&gt;text('body');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$table-&gt;timestamps();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CRUD + Sanctum Auth  ·  Step by Step Tutorial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Post &amp; Relasi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app/Models/Post.php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4114800" cy="3200400"/>
          </a:xfrm>
          <a:prstGeom prst="roundRect">
            <a:avLst>
              <a:gd name="adj" fmla="val 2286"/>
            </a:avLst>
          </a:prstGeom>
          <a:solidFill>
            <a:srgbClr val="1A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12471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A855F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247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399032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Post extends 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protected $fillable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['user_id','title','body'];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user()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$this-&gt;belongsTo(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User::class);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7315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Tambah di User.php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05156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12471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A855F7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247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83480" y="1399032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posts()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$this-&gt;hasMany(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Post::class);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10896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1A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318211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1821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83480" y="3456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migrate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8229600" cy="320040"/>
          </a:xfrm>
          <a:prstGeom prst="roundRect">
            <a:avLst>
              <a:gd name="adj" fmla="val 22857"/>
            </a:avLst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463292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96112" y="4507992"/>
            <a:ext cx="7680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hasMany memungkinkan $user-&gt;posts() dan belongsTo memungkinkan $post-&gt;user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CRUD + Sanctum Auth  ·  Step by Step Tutorial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AuthController — Register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7315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A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80467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8046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0789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make:controller Api/AuthController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1A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71907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A855F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7190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1993392"/>
            <a:ext cx="7955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register(Request $request)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$validated = $request-&gt;validate([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'name'     =&gt; 'required|string|max:255',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'email'    =&gt; 'required|email|unique:users',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'password' =&gt; 'required|min:8|confirmed',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$user = User::create([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'name' =&gt; $validated['name'],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'email' =&gt; $validated['email'],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'password' =&gt; Hash::make($validated['password']),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$token = $user-&gt;createToken('auth_token')-&gt;plainTextToken;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response()-&gt;json(['user'=&gt;$user,'token'=&gt;$token], 201);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CRUD + Sanctum Auth  ·  Step by Step Tutorial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AuthController — Login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3657600"/>
          </a:xfrm>
          <a:prstGeom prst="roundRect">
            <a:avLst>
              <a:gd name="adj" fmla="val 2000"/>
            </a:avLst>
          </a:prstGeom>
          <a:solidFill>
            <a:srgbClr val="1A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85039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A855F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8503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124712"/>
            <a:ext cx="7955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login(Request $request)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$request-&gt;validate([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'email' =&gt; 'required|email',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'password' =&gt; 'required',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$user = User::where('email', $request-&gt;email)-&gt;first();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(!$user || !Hash::check($request-&gt;password, $user-&gt;password))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ValidationException::withMessages([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'email' =&gt; ['Email atau password salah.'],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$token = $user-&gt;createToken('auth_token')-&gt;plainTextToken;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response()-&gt;json(['user'=&gt;$user,'token'=&gt;$token]);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CRUD + Sanctum Auth  ·  Step by Step Tutorial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AuthController — Logout &amp; Me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11480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144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Logout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13716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logout(Request $request)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$request-&gt;user()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-&gt;currentAccessToken()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-&gt;delete();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response()-&gt;json([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'message' =&gt; 'Logout berhasil'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777240"/>
            <a:ext cx="411480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9144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(Profile)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846320" y="137160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me(Request $request)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response()-&gt;json(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$request-&gt;user()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65760" y="35661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67588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3639312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currentAccessToken()-&gt;delete() hanya menghapus token yang sedang dipakai. Untuk logout semua device: $user-&gt;tokens()-&gt;delete()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CRUD + Sanctum Auth  ·  Step by Step Tutorial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PostController — Index &amp; Store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73152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686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868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index() — GET /posts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2801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index()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$posts = Post::with('user:id,name')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-&gt;latest()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-&gt;get();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response()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-&gt;json($posts);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73152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8686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868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store() — POST /posts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00600" y="12801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store(Request $request)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$validated = $request-&gt;validate([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'title' =&gt; 'required|string|max:255',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'body'  =&gt; 'required|string',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$post = $request-&gt;user()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-&gt;posts()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-&gt;create($validated);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response()-&gt;json([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'message' =&gt; 'Post berhasil dibuat',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'data' =&gt; $post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 201);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CRUD + Sanctum Auth  ·  Step by Step Tutorial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PostController — Show, Update, Destroy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283464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6868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868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show()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128016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show(Post $post)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response()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-&gt;json(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$post-&gt;load(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'user:id,name'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731520"/>
            <a:ext cx="283464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86868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868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update()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37560" y="128016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($post-&gt;user_id !==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$request-&gt;user()-&gt;id)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403;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$post-&gt;update($validated);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response()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-&gt;json($post);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73152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86868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0840" y="868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destroy()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09360" y="12801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($post-&gt;user_id !==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$request-&gt;user()-&gt;id)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403;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$post-&gt;delete();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response()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-&gt;json([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'message'=&gt;'Dihapus'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74320" y="329184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40156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3232" y="3364992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sederhana: hanya pemilik post (user_id) yang boleh update/delete. Untuk production gunakan Policy.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CRUD + Sanctum Auth  ·  Step by Step Tutorial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API (routes/api.php)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731520"/>
            <a:ext cx="8412480" cy="3291840"/>
          </a:xfrm>
          <a:prstGeom prst="roundRect">
            <a:avLst>
              <a:gd name="adj" fmla="val 2222"/>
            </a:avLst>
          </a:prstGeom>
          <a:solidFill>
            <a:srgbClr val="1A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0467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A855F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8046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078992"/>
            <a:ext cx="8138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App\Http\Controllers\Api\AuthController;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App\Http\Controllers\PostController;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Public routes (tanpa token)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Route::post('/register', [AuthController::class, 'register']);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Route::post('/login',    [AuthController::class, 'login']);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Protected routes (wajib Bearer Token)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Route::middleware('auth:sanctum')-&gt;group(function 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Route::post('/logout', [AuthController::class, 'logout']);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Route::get('/me',      [AuthController::class, 'me']);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Route::apiResource('posts', PostController::class);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420624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31596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04672" y="42793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apiResource otomatis membuat 5 route: index, store, show, update, destroy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CRUD + Sanctum Auth  ·  Step by Step Tutorial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Jalankan Server Development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A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89611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8961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1704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serve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9456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7160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URL API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3152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http://127.0.0.1:8000/api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1520" y="3383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endpoint akan diawali dengan /api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POST http://127.0.0.1:8000/api/register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CRUD + Sanctum Auth  ·  Step by Step Tutorial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Testing: Register &amp; Login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686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868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/api/register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(JSON):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1600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"Budi",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"budi@mail.com",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"password": "password123",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"password_confirmation":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"password123"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user + token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73152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8686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868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/api/login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84632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(JSON):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46320" y="16002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"budi@mail.com",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"password": "password123"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1089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12080" y="3063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token dari response!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sebagai Bearer Token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CRUD + Sanctum Auth  ·  Step by Step Tutorial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Testing: Protected Routes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73152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Header di Postman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Authorization → Type: Bearer Token → Paste token dari login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20574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2" name="Shape 9"/>
          <p:cNvSpPr/>
          <p:nvPr/>
        </p:nvSpPr>
        <p:spPr>
          <a:xfrm>
            <a:off x="475488" y="219456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38BDF8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" y="21945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5488" y="2514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5488" y="2743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user login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46120" y="20574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7" name="Shape 14"/>
          <p:cNvSpPr/>
          <p:nvPr/>
        </p:nvSpPr>
        <p:spPr>
          <a:xfrm>
            <a:off x="3355848" y="219456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38BDF8"/>
          </a:solidFill>
          <a:ln/>
        </p:spPr>
      </p:sp>
      <p:sp>
        <p:nvSpPr>
          <p:cNvPr id="18" name="Text 15"/>
          <p:cNvSpPr/>
          <p:nvPr/>
        </p:nvSpPr>
        <p:spPr>
          <a:xfrm>
            <a:off x="3355848" y="21945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355848" y="2514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/api/posts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55848" y="2743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semua post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26480" y="20574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22" name="Shape 19"/>
          <p:cNvSpPr/>
          <p:nvPr/>
        </p:nvSpPr>
        <p:spPr>
          <a:xfrm>
            <a:off x="6236208" y="219456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4ADE80"/>
          </a:solidFill>
          <a:ln/>
        </p:spPr>
      </p:sp>
      <p:sp>
        <p:nvSpPr>
          <p:cNvPr id="23" name="Text 20"/>
          <p:cNvSpPr/>
          <p:nvPr/>
        </p:nvSpPr>
        <p:spPr>
          <a:xfrm>
            <a:off x="6236208" y="21945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236208" y="2514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/api/posts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236208" y="2743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post baru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65760" y="324612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27" name="Shape 24"/>
          <p:cNvSpPr/>
          <p:nvPr/>
        </p:nvSpPr>
        <p:spPr>
          <a:xfrm>
            <a:off x="475488" y="338328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FBBF24"/>
          </a:solidFill>
          <a:ln/>
        </p:spPr>
      </p:sp>
      <p:sp>
        <p:nvSpPr>
          <p:cNvPr id="28" name="Text 25"/>
          <p:cNvSpPr/>
          <p:nvPr/>
        </p:nvSpPr>
        <p:spPr>
          <a:xfrm>
            <a:off x="475488" y="33832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75488" y="3703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/api/posts/{id}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75488" y="3931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post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246120" y="324612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32" name="Shape 29"/>
          <p:cNvSpPr/>
          <p:nvPr/>
        </p:nvSpPr>
        <p:spPr>
          <a:xfrm>
            <a:off x="3355848" y="338328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F87171"/>
          </a:solidFill>
          <a:ln/>
        </p:spPr>
      </p:sp>
      <p:sp>
        <p:nvSpPr>
          <p:cNvPr id="33" name="Text 30"/>
          <p:cNvSpPr/>
          <p:nvPr/>
        </p:nvSpPr>
        <p:spPr>
          <a:xfrm>
            <a:off x="3355848" y="33832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355848" y="3703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/api/posts/{id}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3355848" y="3931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post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126480" y="324612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37" name="Shape 34"/>
          <p:cNvSpPr/>
          <p:nvPr/>
        </p:nvSpPr>
        <p:spPr>
          <a:xfrm>
            <a:off x="6236208" y="338328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F87171"/>
          </a:solidFill>
          <a:ln/>
        </p:spPr>
      </p:sp>
      <p:sp>
        <p:nvSpPr>
          <p:cNvPr id="38" name="Text 35"/>
          <p:cNvSpPr/>
          <p:nvPr/>
        </p:nvSpPr>
        <p:spPr>
          <a:xfrm>
            <a:off x="6236208" y="33832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236208" y="3703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/api/logout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236208" y="3931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(hapus token)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CRUD + Sanctum Auth  ·  Step by Step Tutorial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Contoh: Buat Post Baru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/api/posts  +  Bearer Token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1A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49047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490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764792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"Belajar Laravel API",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"body": "Ini adalah postingan pertama saya..."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(201):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41732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1A1F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49047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490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83480" y="1764792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"Post berhasil dibuat",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"id": 1,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"title": "Belajar Laravel API",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"user_id": 1,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224528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96112" y="4187952"/>
            <a:ext cx="7772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wajib: Authorization: Bearer {token}  dan  Accept: application/json  Content-Type: application/json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CRUD + Sanctum Auth  ·  Step by Step Tutorial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Semua Endpoint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36576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Keterangan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/api/register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Daftar akun baru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+ dapat token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/api/logout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Hapus token saat 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user 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/api/posts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semua 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/api/posts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Buat post baru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/api/posts/{id}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 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/api/posts/{id}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/api/posts/{id}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Hapus 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CRUD + Sanctum Auth  ·  Step by Step Tutorial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&amp; Best Practices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22960"/>
            <a:ext cx="73152" cy="10058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Form Request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Pindahkan validasi ke class FormRequest untuk kode lebih bersih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822960"/>
            <a:ext cx="73152" cy="10058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Resource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JsonResource agar response konsisten dan terkontrol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965960"/>
            <a:ext cx="73152" cy="10058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Authorization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Ganti check user_id manual dengan Laravel Policy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9659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965960"/>
            <a:ext cx="73152" cy="10058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throttle pada login/register untuk cegah brute force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108960"/>
            <a:ext cx="73152" cy="10058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-&gt;paginate(15) pada index, jangan return semua data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31089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3108960"/>
            <a:ext cx="73152" cy="10058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commit .env. Set APP_DEBUG=false di 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Selesai!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2651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 sudah berhasil membuat API CRUD + Auth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Laravel Sanctum dari awal.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371600" y="3474720"/>
            <a:ext cx="6400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1554480" y="36118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Selanjutnya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39776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API Resource  ·  Policy  ·  Pagination  ·  Rate Limiting  ·  Testing dengan Pest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2221</Words>
  <Application>Microsoft Office PowerPoint</Application>
  <PresentationFormat>On-screen Show (16:9)</PresentationFormat>
  <Paragraphs>472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CRUD + Auth Laravel Sanctum - Step by Step</dc:title>
  <dc:subject>Tutorial lengkap membuat API CRUD dengan autentikasi Login/Register menggunakan Laravel Sanctum</dc:subject>
  <dc:creator>Laravel Tutorial</dc:creator>
  <cp:lastModifiedBy>AFGAN</cp:lastModifiedBy>
  <cp:revision>2</cp:revision>
  <dcterms:created xsi:type="dcterms:W3CDTF">2026-09-21T10:24:31Z</dcterms:created>
  <dcterms:modified xsi:type="dcterms:W3CDTF">2026-09-28T03:51:48Z</dcterms:modified>
</cp:coreProperties>
</file>