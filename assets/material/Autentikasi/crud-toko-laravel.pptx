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48640"/>
            <a:ext cx="1737360" cy="1737360"/>
          </a:xfrm>
          <a:prstGeom prst="ellipse">
            <a:avLst/>
          </a:prstGeom>
          <a:solidFill>
            <a:srgbClr val="24243E"/>
          </a:solidFill>
          <a:ln w="19050">
            <a:solidFill>
              <a:srgbClr val="FF2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548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LENGKAP · LARAVEL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Toko dengan Laravel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Tabel Berelasi  ·  Exception Handling (Try-Catch)  ·  Uji Coba via Postman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394960"/>
            <a:ext cx="594360" cy="384048"/>
          </a:xfrm>
          <a:prstGeom prst="roundRect">
            <a:avLst>
              <a:gd name="adj" fmla="val 19048"/>
            </a:avLst>
          </a:prstGeom>
          <a:solidFill>
            <a:srgbClr val="24243E"/>
          </a:solidFill>
          <a:ln w="9525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949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90472" y="5394960"/>
            <a:ext cx="996696" cy="384048"/>
          </a:xfrm>
          <a:prstGeom prst="roundRect">
            <a:avLst>
              <a:gd name="adj" fmla="val 19048"/>
            </a:avLst>
          </a:prstGeom>
          <a:solidFill>
            <a:srgbClr val="24243E"/>
          </a:solidFill>
          <a:ln w="9525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539496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5394960"/>
            <a:ext cx="795528" cy="384048"/>
          </a:xfrm>
          <a:prstGeom prst="roundRect">
            <a:avLst>
              <a:gd name="adj" fmla="val 19048"/>
            </a:avLst>
          </a:prstGeom>
          <a:solidFill>
            <a:srgbClr val="24243E"/>
          </a:solidFill>
          <a:ln w="9525">
            <a:solidFill>
              <a:srgbClr val="3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53949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5394960"/>
            <a:ext cx="1499616" cy="384048"/>
          </a:xfrm>
          <a:prstGeom prst="roundRect">
            <a:avLst>
              <a:gd name="adj" fmla="val 19048"/>
            </a:avLst>
          </a:prstGeom>
          <a:solidFill>
            <a:srgbClr val="24243E"/>
          </a:solidFill>
          <a:ln w="9525">
            <a:solidFill>
              <a:srgbClr val="3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53949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76088" y="539496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4243E"/>
          </a:solidFill>
          <a:ln w="9525">
            <a:solidFill>
              <a:srgbClr val="3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5394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5394960"/>
            <a:ext cx="996696" cy="384048"/>
          </a:xfrm>
          <a:prstGeom prst="roundRect">
            <a:avLst>
              <a:gd name="adj" fmla="val 19048"/>
            </a:avLst>
          </a:prstGeom>
          <a:solidFill>
            <a:srgbClr val="24243E"/>
          </a:solidFill>
          <a:ln w="9525">
            <a:solidFill>
              <a:srgbClr val="3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539496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Category ⟶ hasMany ⟶ Product   |   Product ⟶ belongsTo ⟶ Category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Pembelajaran — 7 Langkah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07592"/>
            <a:ext cx="566928" cy="56692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07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23444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Project &amp; Database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16184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Laravel + konfigurasi .env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307592"/>
            <a:ext cx="566928" cy="56692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307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76872" y="123444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76872" y="16184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2 tabel + relasi foreign key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78024"/>
            <a:ext cx="566928" cy="56692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78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24048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Relasi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2788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hasMany() dan belongsTo() di Eloquent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478024"/>
            <a:ext cx="566928" cy="56692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478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76872" y="24048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76872" y="2788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CRUD lengkap dengan try-catch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566928" cy="56692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1872" y="35753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61872" y="39593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URL ke Controller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3648456"/>
            <a:ext cx="566928" cy="56692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76872" y="35753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Postman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76872" y="39593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tiap endpoint &amp; relasi data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18888"/>
            <a:ext cx="566928" cy="56692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18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61872" y="474573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61872" y="51297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Merapikan semua pesan error API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818888"/>
            <a:ext cx="566928" cy="566928"/>
          </a:xfrm>
          <a:prstGeom prst="ellipse">
            <a:avLst/>
          </a:prstGeom>
          <a:solidFill>
            <a:srgbClr val="777BB4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4818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76872" y="474573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&amp; Poin Kunci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76872" y="51297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 alur kerja keseluruhan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Toko · Laravel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9319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PROJECT &amp; DATABASE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93192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B9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project Laravel baru dan konfigurasi koneksi database sebelum mulai coding.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TOKO · LARAVEL · PHP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· SETUP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Instalasi Project Laravel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2011680"/>
          </a:xfrm>
          <a:prstGeom prst="roundRect">
            <a:avLst>
              <a:gd name="adj" fmla="val 3182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create-project laravel/laravel toko-api</a:t>
            </a:r>
            <a:endParaRPr lang="en-US" sz="1300" dirty="0"/>
          </a:p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toko-api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create-project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mengunduh &amp; menyiapkan struktur project Laravel baru.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laravel/laravel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paket resmi Laravel yang diambil dari Packagist.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toko-api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folder project yang akan dibuat.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toko-api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 ke folder project agar perintah artisan berikutnya berjalan di direktori yang benar.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· Setup Project &amp; Database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· SETUP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Database (.env)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2834640"/>
          </a:xfrm>
          <a:prstGeom prst="roundRect">
            <a:avLst>
              <a:gd name="adj" fmla="val 2258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DB_CONNECTION=mysql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DB_HOST=127.0.0.1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DB_PORT=3306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DB_DATABASE=toko_db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DB_USERNAME=root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6766560" cy="1737360"/>
          </a:xfrm>
          <a:prstGeom prst="roundRect">
            <a:avLst>
              <a:gd name="adj" fmla="val 3158"/>
            </a:avLst>
          </a:prstGeom>
          <a:solidFill>
            <a:srgbClr val="F5F5F9"/>
          </a:solidFill>
          <a:ln w="12700">
            <a:solidFill>
              <a:srgbClr val="E5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database toko_db secara manual di MySQL/MariaDB (phpMyAdmin, HeidiSQL, atau CLI). Laravel tidak membuatkan database-nya sendiri — hanya membuat tabel di dalamnya lewat migration.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konfigurasi environment, menyimpan kredensial tanpa hardcode di kode.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DB_CONNECTION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database yang dipakai (mysql).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DB_DATABASE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database yang harus sudah dibuat manual.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DB_USERNAME / DB_PASSWORD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kredensial akses database lokal.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· Setup Project &amp; 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9319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93192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B9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blueprint struktur 2 tabel — categories &amp; products — beserta relasi foreign key-nya.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TOKO · LARAVEL · PHP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· MIGRATION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File Migration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2011680"/>
          </a:xfrm>
          <a:prstGeom prst="roundRect">
            <a:avLst>
              <a:gd name="adj" fmla="val 3182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make:migration create_categories_table</a:t>
            </a:r>
            <a:endParaRPr lang="en-US" sz="1250" dirty="0"/>
          </a:p>
          <a:p>
            <a:pPr algn="l" indent="0" marL="0">
              <a:lnSpc>
                <a:spcPts val="1325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make:migration create_products_table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6766560" cy="2011680"/>
          </a:xfrm>
          <a:prstGeom prst="roundRect">
            <a:avLst>
              <a:gd name="adj" fmla="val 2727"/>
            </a:avLst>
          </a:prstGeom>
          <a:solidFill>
            <a:srgbClr val="F5F5F9"/>
          </a:solidFill>
          <a:ln w="12700">
            <a:solidFill>
              <a:srgbClr val="E5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urutan penting?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migration products dibuat SETELAH categories, karena products punya foreign key yang mengacu ke categories. Laravel mengeksekusi migration berurutan berdasarkan timestamp di nama file.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make:migration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file migration kosong di database/migrations/.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nama_file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diberi timestamp di depan — menentukan urutan eksekusi.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· Migration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· MIGRATION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categories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xxxx_create_categories_table.php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up(): void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Schema::create('categories', function (Blueprint $table) {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$table-&gt;id();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$table-&gt;string('name');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$table-&gt;timestamps();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down(): void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Schema::dropIfExists('categories');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Schema::create()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tabel baru di database.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$table-&gt;id()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id auto-increment sebagai primary key.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$table-&gt;string()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bertipe VARCHAR.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$table-&gt;timestamps()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buat kolom created_at &amp; updated_at.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saat rollback, menghapus tabel jika ada.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· Migration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· MIGRATION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products (dengan Foreign Key)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xxxx_create_products_table.php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up(): void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Schema::create('products', function (Blueprint $table) {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$table-&gt;id();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$table-&gt;string('name');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$table-&gt;text('description')-&gt;nullable();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$table-&gt;integer('price');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$table-&gt;integer('stock')-&gt;default(0);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$table-&gt;foreignId('category_id')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-&gt;constrained()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-&gt;onDelete('cascade');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$table-&gt;timestamps();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down(): void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Schema::dropIfExists('products');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-&gt;nullable()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boleh kosong.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-&gt;default(0)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default jika stock tidak diisi.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foreignId('category_id')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FK bertipe unsigned big integer.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-&gt;constrained()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hubungkan otomatis ke tabel categories, kolom id.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-&gt;onDelete('cascade')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category dihapus, semua product terkait ikut terhapus.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· Migration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· MIGRATION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Fungsi &amp; Menjalankan Migration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09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Kegunaan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Schema::create()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Membuat tabel baru di 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$table-&gt;id()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Membuat kolom id auto-increment sebagai primary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$table-&gt;string()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 bertipe VARCHAR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$table-&gt;foreignId('category_id')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Membuat kolom category_id, siap jadi foreign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-&gt;constrained()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Menghubungkan kolom sebagai FK ke tabel categories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-&gt;onDelete('cascade')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anak ikut terhapus jika data induk dihapus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6766560" cy="1005840"/>
          </a:xfrm>
          <a:prstGeom prst="roundRect">
            <a:avLst>
              <a:gd name="adj" fmla="val 6364"/>
            </a:avLst>
          </a:prstGeom>
          <a:solidFill>
            <a:srgbClr val="1E1E2E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507492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7" name="Shape 4"/>
          <p:cNvSpPr/>
          <p:nvPr/>
        </p:nvSpPr>
        <p:spPr>
          <a:xfrm>
            <a:off x="694944" y="517093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517093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517093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507492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440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3800" y="51206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→ mengeksekusi semua migration yang belum dijalankan, membuat tabel sungguhan sesuai urutan timestamp.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· Migration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9319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RELASI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93192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B9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class Model untuk tiap tabel dan mendefinisikan relasi hasMany / belongsTo.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TOKO · LARAVEL · PHP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 ·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Model (hasMany)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1188720"/>
          </a:xfrm>
          <a:prstGeom prst="roundRect">
            <a:avLst>
              <a:gd name="adj" fmla="val 5385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make:model Category</a:t>
            </a:r>
            <a:endParaRPr lang="en-US" sz="1250" dirty="0"/>
          </a:p>
          <a:p>
            <a:pPr algn="l" indent="0" marL="0">
              <a:lnSpc>
                <a:spcPts val="1325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make:model Product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6766560" cy="3566160"/>
          </a:xfrm>
          <a:prstGeom prst="roundRect">
            <a:avLst>
              <a:gd name="adj" fmla="val 1795"/>
            </a:avLst>
          </a:prstGeom>
          <a:solidFill>
            <a:srgbClr val="1E1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060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27020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27020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27020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6060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app/Models/Category.php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971800"/>
            <a:ext cx="6400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Category extends Model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$fillable = ['name'];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products()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$this-&gt;hasMany(Product::class);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make:model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class Model baru, representasi tabel sebagai objek PHP (turunan Eloquent).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$fillable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kolom yang boleh diisi mass-assignment, mencegah mass assignment vulnerability.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hasMany(Product::class)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1-ke-banyak — $category-&gt;products akan berisi koleksi semua Product miliknya.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 · Model &amp; Relasi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 ·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Model (belongsTo)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3291840"/>
          </a:xfrm>
          <a:prstGeom prst="roundRect">
            <a:avLst>
              <a:gd name="adj" fmla="val 1944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app/Models/Product.php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extends Model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$fillable = [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'name', 'description', 'price',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'stock', 'category_id'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category()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$this-&gt;belongsTo(Category::class);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ts val="1484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6766560" cy="1417320"/>
          </a:xfrm>
          <a:prstGeom prst="roundRect">
            <a:avLst>
              <a:gd name="adj" fmla="val 3871"/>
            </a:avLst>
          </a:prstGeom>
          <a:solidFill>
            <a:srgbClr val="F5F5F9"/>
          </a:solidFill>
          <a:ln w="12700">
            <a:solidFill>
              <a:srgbClr val="E5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846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arah relasi harus konsisten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punya hasMany(Product) dan Product punya belongsTo(Category) — keduanya mengacu ke kolom foreign key category_id yang sama di tabel products.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belongsTo(Category::class)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kebalikan hasMany — $product-&gt;category akan berisi 1 objek Category.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category_id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di tabel products yang jadi acuan relasi ini.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 · Model &amp; Relasi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9319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93192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B9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logic CRUD di Controller, dilengkapi try-catch agar pesan error rapi.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TOKO · LARAVEL · PHP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Resource Controller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1463040"/>
          </a:xfrm>
          <a:prstGeom prst="roundRect">
            <a:avLst>
              <a:gd name="adj" fmla="val 4375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make:controller CategoryController --api --model=Category</a:t>
            </a:r>
            <a:endParaRPr lang="en-US" sz="1150" dirty="0"/>
          </a:p>
          <a:p>
            <a:pPr algn="l" indent="0" marL="0">
              <a:lnSpc>
                <a:spcPts val="1219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make:controller ProductController --api --model=Product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make:controller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class Controller baru di app/Http/Controllers/.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--api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5 method standar CRUD API (tanpa create/edit untuk form HTML).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--model=Category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Route Model Binding — Laravel otomatis cari data berdasarkan ID di URL.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6766560" cy="3246120"/>
          </a:xfrm>
          <a:prstGeom prst="roundRect">
            <a:avLst>
              <a:gd name="adj" fmla="val 1690"/>
            </a:avLst>
          </a:prstGeom>
          <a:solidFill>
            <a:srgbClr val="F5F5F9"/>
          </a:solidFill>
          <a:ln w="12700">
            <a:solidFill>
              <a:srgbClr val="E5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08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Method CRUD Standar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74720"/>
            <a:ext cx="6217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index() — tampilkan semua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store() — simpan data baru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show() — tampilkan satu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ubah data yang ada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destroy() — hapus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CategoryController — index()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CategoryController.php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index()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Category::with('products')-&gt;get()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(\Throwable $e) {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Log::error('Gagal ambil categories: '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 $e-&gt;getMessage());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'Gagal mengambil data kategori'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500);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with('products')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 — ambil semua product terkait sekaligus, hindari N+1 query.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eksekusi query, kembalikan koleksi data.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(\Throwable $e)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menangkap SEMUA jenis error tak terduga.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Log::error()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detail error ke log, tidak ditampilkan ke client.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..., 500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HTTP Internal Server Error.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 — CategoryController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CategoryController — store()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CategoryController.php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store(Request $request)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$validated = $request-&gt;validate([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'name' =&gt; 'required|string|max:255',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$category = Category::create($validated);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response()-&gt;json($category, 201);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(ValidationException $e) 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'Data tidak valid',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'errors'  =&gt; $e-&gt;errors(),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422);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(QueryException $e) 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Log::error('DB error: ' . $e-&gt;getMessage());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'Kesalahan pada database'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500);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$request-&gt;validate()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input, melempar ValidationException otomatis jika gagal.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Category::create()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 baru, hasilnya langsung dikembalikan.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(ValidationException)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ditangkap SEBELUM \Throwable karena lebih spesifik.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$e-&gt;errors()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field mana yang gagal validasi.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(QueryException)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 error khusus dari database.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 — CategoryController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CategoryController — show() &amp; destroy()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CategoryController.php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show(Category $category)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$category-&gt;load('products')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(\Throwable $e)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Log::error('Gagal ambil category: 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 $e-&gt;getMessage());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'Kategori tidak ditemukan'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404);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destroy(Category $category)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$category-&gt;delete();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'Kategori dihapus'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(\Throwable $e)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Log::error('Gagal hapus category: 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 $e-&gt;getMessage());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'Gagal menghapus kategori'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500);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Model Binding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{category} di URL otomatis dicari; 404 bawaan Laravel jika tidak ketemu.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load('products')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eager loading setelah objek didapat.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baris data ini dari database.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try-catch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dipakai untuk menangkap error tak terduga lainnya.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 — CategoryController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CategoryController — update()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CategoryController.php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update(Request $request, Category $category)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$validated = $request-&gt;validate([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'name' =&gt; 'sometimes|required|string|max:255',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$category-&gt;update($validated);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response()-&gt;json($category);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(ValidationException $e) 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'Data tidak valid',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'errors'  =&gt; $e-&gt;errors(),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422);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(\Throwable $e) 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Log::error('Gagal update category: '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 $e-&gt;getMessage());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'Gagal memperbarui kategori'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500);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'sometimes'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hanya jalan JIKA field tsb dikirim — cocok untuk update.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update($validated)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data lama dengan data baru yang sudah tervalidasi.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Urutan catch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 dulu (ValidationException), baru \Throwable di akhir.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 — CategoryController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ProductController — index()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ProductController.php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index()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Product::with('category')-&gt;get()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(\Throwable $e) {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Log::error('Gagal ambil products: '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 $e-&gt;getMessage());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'Gagal mengambil data produk'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500);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algn="l" indent="0" marL="0">
              <a:lnSpc>
                <a:spcPts val="1431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with('category')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produk beserta objek kategorinya, bukan cuma category_id.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Pola sama seperti Category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try-catch identik — konsisten di semua controller.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 — ProductController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ProductController — store()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ProductController.php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store(Request $request)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$validated = $request-&gt;validate([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'name'        =&gt; 'required|string|max:255',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'price'       =&gt; 'required|integer|min:0',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'stock'       =&gt; 'integer|min:0',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'category_id' =&gt; 'required|exists:categories,id',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$product = Product::create($validated);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$product-&gt;load('category'), 201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(ValidationException $e)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'Data tidak valid',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'errors'  =&gt; $e-&gt;errors(),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422);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(\Throwable $e)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Log::error('Gagal buat product: 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 $e-&gt;getMessage());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'Gagal membuat produk'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500);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exists:categories,id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category_id yang dikirim benar-benar ada di tabel categories.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Gagal validasi exists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melempar ValidationException → balik status 422.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..., 201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HTTP Created saat data baru berhasil dibuat.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 — ProductController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ProductController — show() &amp; destroy()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ProductController.php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show(Product $product)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$product-&gt;load('category')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(\Throwable $e)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Log::error('Gagal ambil product: 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 $e-&gt;getMessage());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'Produk tidak ditemukan'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404);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destroy(Product $product)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$product-&gt;delete();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'Produk dihapus'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(\Throwable $e)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Log::error('Gagal hapus product: 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 $e-&gt;getMessage());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'Gagal menghapus produk'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500);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load('category')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 tampilkan data kategori terkait saat menampilkan satu produk.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baris produk ini dari database.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Struktur identik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pola try-catch yang sama seperti CategoryController.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 — ProductController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ProductController — update()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4937760"/>
          </a:xfrm>
          <a:prstGeom prst="roundRect">
            <a:avLst>
              <a:gd name="adj" fmla="val 129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ProductController.php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update(Request $request, Product $product)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$validated = $request-&gt;validate([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'name'  =&gt; 'sometimes|required|string|max:255',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'price' =&gt; 'sometimes|required|integer|min:0',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'stock' =&gt; 'sometimes|integer|min:0',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'category_id' =&gt;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'sometimes|required|exists:categories,id',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$product-&gt;update($validated);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$product-&gt;load('category')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(ValidationException $e)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'Data tidak valid',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'errors'  =&gt; $e-&gt;errors(),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422);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(\Throwable $e) {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Log::error('Gagal update product: 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 $e-&gt;getMessage());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response()-&gt;json([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'message' =&gt; 'Gagal memperbarui produk'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 500);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ts val="1007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'sometimes'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hanya divalidasi jika dikirim di request update.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exists:categories,id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berlaku saat update — category_id baru juga wajib valid.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update($validated)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perubahan ke baris produk yang sudah ada.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· Controller — ProductController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9319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93192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B9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setiap URL &amp; HTTP method ke method Controller yang sesuai.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TOKO · LARAVEL · PHP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 · ROUTE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routes/api.php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1965960"/>
          </a:xfrm>
          <a:prstGeom prst="roundRect">
            <a:avLst>
              <a:gd name="adj" fmla="val 3256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routes/api.php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Route::apiResource('categories', CategoryController::class);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Route::apiResource('products', ProductController::class);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6766560" cy="96012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38328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34792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34792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34792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3832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serve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server lokal, default di http://127.0.0.1:8000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1645920"/>
            <a:ext cx="4114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Route::apiResource()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otomatis mendaftarkan 5 route CRUD sekaligus.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CategoryController::class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class controller yang menangani route ini.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serve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server lokal untuk testing.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6766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/api/categories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index() — lihat semua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/api/categories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store() — tambah baru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/api/categories/{id}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show() — lihat satu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PUT/PATCH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/api/categories/{id}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update() — ubah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/api/categories/{id}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destroy() — hapus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54380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(Pola URL yang sama berlaku untuk /api/products)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 · Route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9319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DI POSTMAN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93192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B9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setiap endpoint API — termasuk memastikan relasi antar tabel berjalan.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TOKO · LARAVEL · PHP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 · POSTMAN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Buat Category  →  2. Buat Product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53949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/api/categories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(JSON):</a:t>
            </a:r>
            <a:endParaRPr lang="en-US" sz="1300" dirty="0"/>
          </a:p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"Elektronik"</a:t>
            </a:r>
            <a:endParaRPr lang="en-US" sz="1300" dirty="0"/>
          </a:p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23444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1E1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0760" y="1234440"/>
            <a:ext cx="53949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706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7336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967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234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/api/products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002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(JSON):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"Laptop ASUS",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"price": 7500000,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"stock": 10,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"category_id": 1</a:t>
            </a:r>
            <a:endParaRPr lang="en-US" sz="1200" dirty="0"/>
          </a:p>
          <a:p>
            <a:pPr algn="l" indent="0" marL="0">
              <a:lnSpc>
                <a:spcPts val="1272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0927080" cy="2377440"/>
          </a:xfrm>
          <a:prstGeom prst="roundRect">
            <a:avLst>
              <a:gd name="adj" fmla="val 2308"/>
            </a:avLst>
          </a:prstGeom>
          <a:solidFill>
            <a:srgbClr val="F5F5F9"/>
          </a:solidFill>
          <a:ln w="12700">
            <a:solidFill>
              <a:srgbClr val="E5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Penting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3434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HARUS dibuat lebih dulu — karena product butuh category_id yang valid (foreign key).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id yang dikembalikan dari response pembuatan category (misal id = 1), lalu pakai di field category_id saat membuat product.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 · Testing di Postman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 · POSTMAN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Cek Relasi  →  4. Update &amp; Delete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E1E2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53949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234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/api/categories/1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002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berisi data</a:t>
            </a:r>
            <a:endParaRPr lang="en-US" sz="1300" dirty="0"/>
          </a:p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+ array 'products'</a:t>
            </a:r>
            <a:endParaRPr lang="en-US" sz="1300" dirty="0"/>
          </a:p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dalamnya.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2344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E1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0760" y="1234440"/>
            <a:ext cx="53949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706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7336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967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234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/api/products/1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002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berisi data</a:t>
            </a:r>
            <a:endParaRPr lang="en-US" sz="1300" dirty="0"/>
          </a:p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+ objek 'category'</a:t>
            </a:r>
            <a:endParaRPr lang="en-US" sz="1300" dirty="0"/>
          </a:p>
          <a:p>
            <a:pPr algn="l" indent="0" marL="0">
              <a:lnSpc>
                <a:spcPts val="1378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dalamnya.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&amp; Delete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57600"/>
            <a:ext cx="5394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/api/products/1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body JSON field yang mau diubah.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/api/categories/1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onDelete('cascade'), semua product dengan category_id = 1 ikut terhapus otomatis.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8076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Postman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3657600"/>
            <a:ext cx="5394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Accept: application/json di tab Headers.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Fungsinya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Laravel selalu balas dalam format JSON, bukan halaman HTML error.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 · Testing di Postman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9319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931920" y="3611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B9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Merapikan pesan error API memakai try-catch — konsep yang sudah diterapkan sejak Langkah 4.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TOKO · LARAVEL · PHP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7 · TRY-CATCH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Perlu Try-Catch?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766560" cy="2103120"/>
          </a:xfrm>
          <a:prstGeom prst="roundRect">
            <a:avLst>
              <a:gd name="adj" fmla="val 2609"/>
            </a:avLst>
          </a:prstGeom>
          <a:solidFill>
            <a:srgbClr val="F5F5F9"/>
          </a:solidFill>
          <a:ln w="12700">
            <a:solidFill>
              <a:srgbClr val="E5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try-catch, error tak terduga (misal koneksi DB putus) akan tampil sebagai halaman HTML panjang berisi stack trace — jelek untuk API dan membocorkan detail internal aplikasi.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 try-catch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676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pesan error yang rapi &amp; konsisten dalam format JSON.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 (log) detail error asli untuk debugging, tanpa ditampilkan ke client.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HTTP status code yang sesuai (422, 404, 500, dst).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43800" y="1234440"/>
            <a:ext cx="4114800" cy="3246120"/>
          </a:xfrm>
          <a:prstGeom prst="roundRect">
            <a:avLst>
              <a:gd name="adj" fmla="val 1972"/>
            </a:avLst>
          </a:prstGeom>
          <a:solidFill>
            <a:srgbClr val="1E1E2E"/>
          </a:solidFill>
          <a:ln/>
        </p:spPr>
      </p:sp>
      <p:sp>
        <p:nvSpPr>
          <p:cNvPr id="9" name="Shape 7"/>
          <p:cNvSpPr/>
          <p:nvPr/>
        </p:nvSpPr>
        <p:spPr>
          <a:xfrm>
            <a:off x="7543800" y="1234440"/>
            <a:ext cx="411480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10" name="Shape 8"/>
          <p:cNvSpPr/>
          <p:nvPr/>
        </p:nvSpPr>
        <p:spPr>
          <a:xfrm>
            <a:off x="7690104" y="133045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7836408" y="133045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982712" y="133045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234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struktur-dasar.php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16002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i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kode berpotensi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i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error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(TipeException $e) 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i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ditangkap jika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i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cocok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(\Throwable $e) {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i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penangkap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i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semua sisanya</a:t>
            </a:r>
            <a:endParaRPr lang="en-US" sz="1100" dirty="0"/>
          </a:p>
          <a:p>
            <a:pPr algn="l" indent="0" marL="0">
              <a:lnSpc>
                <a:spcPts val="1166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466344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F5F5F9"/>
          </a:solidFill>
          <a:ln w="12700">
            <a:solidFill>
              <a:srgbClr val="FF2D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480060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catch penting! Taruh exception spesifik dulu (ValidationException), baru \Throwable paling akhir — kalau dibalik, blok spesifik tidak akan pernah jalan.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7 · Exception Handling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7 · TRY-CATCH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Sintaks &amp; Fungsi</a:t>
            </a:r>
            <a:endParaRPr lang="en-US" sz="2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Sintaks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Kegunaan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{ 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Membungkus kode yang mau 'diawasi' kalau-kalau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(ValidationException $e)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Menangkap error khusus validasi dari $request-&gt;validate()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(QueryException $e)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Menangkap error khusus dari query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(\Throwable $e)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Menangkap SEGALA jenis error/exception lain yang tersisa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$e-&gt;getMessage()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Mengambil pesan error asli dari exception, untuk keperluan 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$e-&gt;errors()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Khusus ValidationException — detail field mana yang gagal validasi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Log::error()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Menulis pesan ke storage/logs/laravel.log, tidak terlihat 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response()-&gt;json([...], kode)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Mengembalikan response JSON + HTTP status code tertentu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7 · Exception Handling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7 · TRY-CATCH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Kode Status HTTP &amp; Global Exception Handler</a:t>
            </a:r>
            <a:endParaRPr lang="en-US" sz="2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Dipakai Saat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D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baru berhasil dibuat (store)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yang dicari tidak 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Unprocessable 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dari client tidak valid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Server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 error tak terduga di server/database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832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Global Exception Handler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Daripada try-catch di setiap method, Laravel 11+ punya cara terpusat lewat bootstrap/app.php: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6766560" cy="2057400"/>
          </a:xfrm>
          <a:prstGeom prst="roundRect">
            <a:avLst>
              <a:gd name="adj" fmla="val 3111"/>
            </a:avLst>
          </a:prstGeom>
          <a:solidFill>
            <a:srgbClr val="1E1E2E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114800"/>
            <a:ext cx="6766560" cy="27432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9" name="Shape 6"/>
          <p:cNvSpPr/>
          <p:nvPr/>
        </p:nvSpPr>
        <p:spPr>
          <a:xfrm>
            <a:off x="694944" y="42108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42108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987552" y="42108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41148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bootstrap/app.php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4805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-&gt;withExceptions(function (Exceptions $exceptions) {</a:t>
            </a:r>
            <a:endParaRPr lang="en-US" sz="1050" dirty="0"/>
          </a:p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$exceptions-&gt;render(function</a:t>
            </a:r>
            <a:endParaRPr lang="en-US" sz="1050" dirty="0"/>
          </a:p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(ModelNotFoundException $e, $request) {</a:t>
            </a:r>
            <a:endParaRPr lang="en-US" sz="1050" dirty="0"/>
          </a:p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($request-&gt;is('api/*')) {</a:t>
            </a:r>
            <a:endParaRPr lang="en-US" sz="1050" dirty="0"/>
          </a:p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response()-&gt;json([</a:t>
            </a:r>
            <a:endParaRPr lang="en-US" sz="1050" dirty="0"/>
          </a:p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'message' =&gt; 'Data tidak ditemukan'</a:t>
            </a:r>
            <a:endParaRPr lang="en-US" sz="1050" dirty="0"/>
          </a:p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], 404);</a:t>
            </a:r>
            <a:endParaRPr lang="en-US" sz="1050" dirty="0"/>
          </a:p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50" dirty="0"/>
          </a:p>
          <a:p>
            <a:pPr algn="l" indent="0" marL="0">
              <a:lnSpc>
                <a:spcPts val="1113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438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Sintaks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1645920"/>
            <a:ext cx="4114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withExceptions()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konfigurasi penanganan exception secara global.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$exceptions-&gt;render()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 jenis error tertentu untuk semua route API sekaligus.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$request-&gt;is('api/*')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apakah request datang dari route API.</a:t>
            </a:r>
            <a:endParaRPr lang="en-US" sz="1150" dirty="0"/>
          </a:p>
          <a:p>
            <a:pPr algn="l" marL="342900" indent="-342900">
              <a:buSzPct val="100000"/>
              <a:buChar char="▪"/>
            </a:pPr>
            <a:r>
              <a:rPr lang="en-US" sz="115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Cocok dipakai setelah  </a:t>
            </a:r>
            <a:pPr algn="l"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paham dulu cara try-catch manual per method.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7 · Exception Handling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Keseluruhan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4243E"/>
          </a:solidFill>
          <a:ln w="15875">
            <a:solidFill>
              <a:srgbClr val="FF2D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97480" y="23774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4243E"/>
          </a:solidFill>
          <a:ln w="15875">
            <a:solidFill>
              <a:srgbClr val="FF2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23774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0352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4243E"/>
          </a:solidFill>
          <a:ln w="15875">
            <a:solidFill>
              <a:srgbClr val="FF2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23774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8952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4243E"/>
          </a:solidFill>
          <a:ln w="15875">
            <a:solidFill>
              <a:srgbClr val="FF2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55480" y="23774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75520" y="23774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4243E"/>
          </a:solidFill>
          <a:ln w="15875">
            <a:solidFill>
              <a:srgbClr val="FF2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23774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membangun fondasi untuk tahap berikutnya — struktur database, representasi objek, logic bisnis, endpoint akses, lalu pengujian nyata.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 Kunci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983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menentukan struktur &amp; relasi di level database (foreign key).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menentukan relasi di level kode PHP (hasMany/belongsTo) — keduanya harus konsisten.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with() dan load() menampilkan data relasi tanpa query manual.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Route::apiResource() menghemat penulisan route CRUD satu per satu.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merapikan pesan error API menjadi JSON yang konsisten &amp; aman.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Selamat mencoba membangun CRUD Toko-mu sendiri!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2026-09-28T03:12:57Z</dcterms:created>
  <dcterms:modified xsi:type="dcterms:W3CDTF">2026-09-28T03:12:57Z</dcterms:modified>
</cp:coreProperties>
</file>