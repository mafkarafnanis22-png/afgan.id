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188720"/>
            <a:ext cx="4114800" cy="41148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937760"/>
            <a:ext cx="2926080" cy="292608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JSON Web Token (JWT)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Konsep, struktur, alur kerja, dan implementasi kode — dari nol sampai paham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201168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crud_api  •  Node.js + Express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JWT?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= JSON Web Token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Format datanya menggunakan JSON — ringan dan mudah dibaca.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Dirancang untuk dikirim lewat komunikasi web / HTTP.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Bentuknya seperti 'tiket' atau kartu identitas digital.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43800" y="1463040"/>
            <a:ext cx="4069080" cy="4480560"/>
          </a:xfrm>
          <a:prstGeom prst="roundRect">
            <a:avLst>
              <a:gd name="adj" fmla="val 26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1812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 Sederhana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18120" y="2834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Bayangkan JWT seperti tiket konser yang sudah dicap panitia.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3566160"/>
            <a:ext cx="292608" cy="292608"/>
          </a:xfrm>
          <a:prstGeom prst="rect">
            <a:avLst/>
          </a:prstGeom>
          <a:solidFill>
            <a:srgbClr val="F2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538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login → identitas dicek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18120" y="3986784"/>
            <a:ext cx="292608" cy="292608"/>
          </a:xfrm>
          <a:prstGeom prst="rect">
            <a:avLst/>
          </a:prstGeom>
          <a:solidFill>
            <a:srgbClr val="F2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3959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beri tiket (token) bercap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4407408"/>
            <a:ext cx="292608" cy="292608"/>
          </a:xfrm>
          <a:prstGeom prst="rect">
            <a:avLst/>
          </a:prstGeom>
          <a:solidFill>
            <a:srgbClr val="F2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379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Tunjukkan tiket tiap masuk area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18120" y="4828032"/>
            <a:ext cx="292608" cy="292608"/>
          </a:xfrm>
          <a:prstGeom prst="rect">
            <a:avLst/>
          </a:prstGeom>
          <a:solidFill>
            <a:srgbClr val="F2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cukup lihat cap-nya asli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18120" y="52578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tidak perlu simpan status login → bersifat stateless.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JWT: 3 Bagian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token JWT terdiri dari 3 bagian yang dipisahkan tanda titik ( . 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41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eyJhbGciOiJIUzI1NiJ9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ctr" indent="0" marL="0">
              <a:buNone/>
            </a:pPr>
            <a:r>
              <a:rPr lang="en-US" sz="13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eyJ1c2VySWQiOiIxMjMifQ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ctr" indent="0" marL="0">
              <a:buNone/>
            </a:pPr>
            <a:r>
              <a:rPr lang="en-US" sz="13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SflKxwRJSMeKKF2QT4fwpM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teknis token: algoritma enkripsi (mis. HS256) &amp; tipe token (JWT).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"Jenis amplopnya apa"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6060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E4C9C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informasi user: userId, email, role, dll. Bisa dibaca siapa saja!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5577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"Isi suratnya"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23317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6060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1248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41148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enkripsi Header+Payload pakai secret key. Bukti token asli / tidak diubah.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0" y="5577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"Segel anti-pemalsuan"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Analogi: Amplop Surat Resmi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termudah memahami kenapa 3 bagian JWT itu saling melengkapi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850392"/>
          </a:xfrm>
          <a:prstGeom prst="roundRect">
            <a:avLst>
              <a:gd name="adj" fmla="val 86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amplopnya apa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120640" cy="1536192"/>
          </a:xfrm>
          <a:prstGeom prst="roundRect">
            <a:avLst>
              <a:gd name="adj" fmla="val 4762"/>
            </a:avLst>
          </a:prstGeom>
          <a:solidFill>
            <a:srgbClr val="3E4C9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61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suratnya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120640" cy="1124712"/>
          </a:xfrm>
          <a:prstGeom prst="roundRect">
            <a:avLst>
              <a:gd name="adj" fmla="val 6504"/>
            </a:avLst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07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Segel lilin anti-pemalsuan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53212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Signature Penting?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Kalau ada yang mengubah Payload...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Amplop dibuka &amp; isi surat diganti tanpa izin.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Segel jadi tidak cocok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hitung ulang signature — hasilnya beda dari token.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Server otomatis menolak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617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dianggap tidak valid karena sudah 'diotak-atik'.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257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adalah satu-satunya pemegang “stempel rahasia” (secret key).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JWT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login sampai request yang terproteksi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email &amp; password ke server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22402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892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 data ke database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82128" y="22402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18928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Token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6760" y="2468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generate JWT &amp; kirim ke client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950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Token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simpan token (header / storage)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87368" y="42976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3749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3950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Token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0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request pakai header Authorization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82128" y="42976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38160" y="37490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34" name="Shape 32"/>
          <p:cNvSpPr/>
          <p:nvPr/>
        </p:nvSpPr>
        <p:spPr>
          <a:xfrm>
            <a:off x="8366760" y="397764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1120" y="3950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Ulang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366760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 token → proses / tolak request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Dependency &amp; Setup .env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library yang dibutuhkan, lalu simpan secret key di file .env (jangan hardcode di kode!).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 /  .env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dependency yang dibutuhkan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express jsonwebtoken bcryptjs dotenv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Buat file .env untuk menyimpan secret key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rahasia_super_aman_jangan_disebar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Generate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email &amp; password cocok, server membuat JWT dan mengirimkannya ke client.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express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'express'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jwt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'jsonwebtoken'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bcrypt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'bcryptjs'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'/login'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=&gt;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email, password } = req.body;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users.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 =&gt; u.email === email);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cek email &amp; password (hash) di database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(!isMatch)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(401).json({...});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buat token JWT kalau valid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 = jwt.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userId: user.id, email: user.email }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payload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process.env.JWT_SECRET,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// secret key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expiresIn: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'1h'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// masa berlaku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message: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'Login berhasil'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token });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— Proteksi Route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ini mengecek &amp; memverifikasi token sebelum request diteruskan ke route tujuan.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middleware/authMiddleware.js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jwt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'jsonwebtoken'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verifyToken(req, res, next)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authHeader = req.headers[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'authorization'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 = authHeader &amp;&amp; authHeader.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)[1];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(!token)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(401).json({ message: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'Token tidak ditemukan'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(token, process.env.JWT_SECRET, (err, decoded) =&gt;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(err)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res.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(403).json({...});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req.user = decoded;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simpan data user dari token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verifyToken;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Pakai Middleware di Route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Tinggal sisipkan 'verifyToken' sebelum handler route yang ingin diproteksi.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8470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847088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3327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verifyToken =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'./middleware/authMiddleware'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 ini hanya bisa diakses kalau token valid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'/profile'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verifyToken, (req, res) =&gt;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'Ini data profile kamu'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req.user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data dari payload token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Test di Postman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langkah sederhana untuk mencoba alur login → akses route terproteksi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ke /login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24912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</a:t>
            </a:r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"budi@mail.com"</a:t>
            </a:r>
            <a:pPr indent="0" marL="0"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</a:t>
            </a:r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"123456"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 berisi token JWT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request dikirim dalam format JSON melalui tab ‘Body → raw → JSON’ di Postman.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553212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ke /profile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0" y="260604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8803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: </a:t>
            </a:r>
            <a:pPr indent="0" marL="0">
              <a:buNone/>
            </a:pPr>
            <a:r>
              <a:rPr lang="en-US" sz="1250" dirty="0">
                <a:solidFill>
                  <a:srgbClr val="E6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
</a:t>
            </a:r>
            <a:pPr indent="0" marL="0">
              <a:buNone/>
            </a:pPr>
            <a:r>
              <a:rPr lang="en-US" sz="1250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: </a:t>
            </a:r>
            <a:pPr indent="0" marL="0">
              <a:buNone/>
            </a:pP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&lt;token_kamu&gt;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Ditambahkan di tab Headers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 → dapat data profile.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salah / kadaluarsa → error 403 Forbidden.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572000"/>
            <a:ext cx="3291840" cy="329184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 Penting yang Perlu Diingat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41B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73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Jangan simpan data sensitif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/ no. KTP di payload — payload bisa dibaca siapa saja.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41B4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🗝️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16733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Amankan secret key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0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JWT_SECRET di .env, jangan hardcode di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41B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3913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 masa berlaku token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91640" y="43891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expiresIn agar token tidak berlaku selamanya.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41B4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39136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Pakai refresh token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0" y="43891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Supaya user tidak perlu login ulang tiap token kadaluarsa.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06424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2026-09-21T06:30:25Z</dcterms:created>
  <dcterms:modified xsi:type="dcterms:W3CDTF">2026-09-21T06:30:25Z</dcterms:modified>
</cp:coreProperties>
</file>